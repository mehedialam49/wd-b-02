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20" r:id="rId3"/>
    <p:sldId id="321" r:id="rId4"/>
    <p:sldId id="322" r:id="rId5"/>
    <p:sldId id="323" r:id="rId6"/>
    <p:sldId id="324" r:id="rId7"/>
    <p:sldId id="325" r:id="rId8"/>
    <p:sldId id="326" r:id="rId9"/>
    <p:sldId id="475" r:id="rId10"/>
    <p:sldId id="477" r:id="rId1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60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6480" y="395223"/>
            <a:ext cx="7280275" cy="682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81326" y="3200145"/>
            <a:ext cx="4029075" cy="138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15-Feb-26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15-Feb-26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15-Feb-26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94994"/>
            <a:ext cx="9144000" cy="240029"/>
          </a:xfrm>
          <a:custGeom>
            <a:avLst/>
            <a:gdLst/>
            <a:ahLst/>
            <a:cxnLst/>
            <a:rect l="l" t="t" r="r" b="b"/>
            <a:pathLst>
              <a:path w="9144000" h="240030">
                <a:moveTo>
                  <a:pt x="9144000" y="0"/>
                </a:moveTo>
                <a:lnTo>
                  <a:pt x="0" y="0"/>
                </a:lnTo>
                <a:lnTo>
                  <a:pt x="0" y="240029"/>
                </a:lnTo>
                <a:lnTo>
                  <a:pt x="9144000" y="240029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129283"/>
            <a:ext cx="533400" cy="171450"/>
          </a:xfrm>
          <a:custGeom>
            <a:avLst/>
            <a:gdLst/>
            <a:ahLst/>
            <a:cxnLst/>
            <a:rect l="l" t="t" r="r" b="b"/>
            <a:pathLst>
              <a:path w="533400" h="171450">
                <a:moveTo>
                  <a:pt x="533400" y="0"/>
                </a:moveTo>
                <a:lnTo>
                  <a:pt x="0" y="0"/>
                </a:lnTo>
                <a:lnTo>
                  <a:pt x="0" y="171450"/>
                </a:lnTo>
                <a:lnTo>
                  <a:pt x="533400" y="17145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90550" y="1129283"/>
            <a:ext cx="8553450" cy="171450"/>
          </a:xfrm>
          <a:custGeom>
            <a:avLst/>
            <a:gdLst/>
            <a:ahLst/>
            <a:cxnLst/>
            <a:rect l="l" t="t" r="r" b="b"/>
            <a:pathLst>
              <a:path w="8553450" h="171450">
                <a:moveTo>
                  <a:pt x="8553450" y="0"/>
                </a:moveTo>
                <a:lnTo>
                  <a:pt x="0" y="0"/>
                </a:lnTo>
                <a:lnTo>
                  <a:pt x="0" y="171450"/>
                </a:lnTo>
                <a:lnTo>
                  <a:pt x="8553450" y="171450"/>
                </a:lnTo>
                <a:lnTo>
                  <a:pt x="8553450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20142"/>
            <a:ext cx="8848090" cy="12120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9629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-38100" y="1122933"/>
            <a:ext cx="9068053" cy="37475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15-Feb-26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094994"/>
              <a:ext cx="9144000" cy="240029"/>
            </a:xfrm>
            <a:custGeom>
              <a:avLst/>
              <a:gdLst/>
              <a:ahLst/>
              <a:cxnLst/>
              <a:rect l="l" t="t" r="r" b="b"/>
              <a:pathLst>
                <a:path w="9144000" h="240030">
                  <a:moveTo>
                    <a:pt x="9144000" y="0"/>
                  </a:moveTo>
                  <a:lnTo>
                    <a:pt x="0" y="0"/>
                  </a:lnTo>
                  <a:lnTo>
                    <a:pt x="0" y="240029"/>
                  </a:lnTo>
                  <a:lnTo>
                    <a:pt x="9144000" y="24002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129283"/>
              <a:ext cx="533400" cy="171450"/>
            </a:xfrm>
            <a:custGeom>
              <a:avLst/>
              <a:gdLst/>
              <a:ahLst/>
              <a:cxnLst/>
              <a:rect l="l" t="t" r="r" b="b"/>
              <a:pathLst>
                <a:path w="533400" h="171450">
                  <a:moveTo>
                    <a:pt x="53340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533400" y="171450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0550" y="1129283"/>
              <a:ext cx="8553450" cy="171450"/>
            </a:xfrm>
            <a:custGeom>
              <a:avLst/>
              <a:gdLst/>
              <a:ahLst/>
              <a:cxnLst/>
              <a:rect l="l" t="t" r="r" b="b"/>
              <a:pathLst>
                <a:path w="8553450" h="171450">
                  <a:moveTo>
                    <a:pt x="8553450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8553450" y="171450"/>
                  </a:lnTo>
                  <a:lnTo>
                    <a:pt x="8553450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0" y="4478273"/>
            <a:ext cx="9144000" cy="665480"/>
            <a:chOff x="0" y="4478273"/>
            <a:chExt cx="9144000" cy="665480"/>
          </a:xfrm>
        </p:grpSpPr>
        <p:sp>
          <p:nvSpPr>
            <p:cNvPr id="8" name="object 8"/>
            <p:cNvSpPr/>
            <p:nvPr/>
          </p:nvSpPr>
          <p:spPr>
            <a:xfrm>
              <a:off x="0" y="4478273"/>
              <a:ext cx="9144000" cy="665480"/>
            </a:xfrm>
            <a:custGeom>
              <a:avLst/>
              <a:gdLst/>
              <a:ahLst/>
              <a:cxnLst/>
              <a:rect l="l" t="t" r="r" b="b"/>
              <a:pathLst>
                <a:path w="9144000" h="665479">
                  <a:moveTo>
                    <a:pt x="9144000" y="0"/>
                  </a:moveTo>
                  <a:lnTo>
                    <a:pt x="0" y="0"/>
                  </a:lnTo>
                  <a:lnTo>
                    <a:pt x="0" y="665226"/>
                  </a:lnTo>
                  <a:lnTo>
                    <a:pt x="9144000" y="66522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539995"/>
              <a:ext cx="2240280" cy="535305"/>
            </a:xfrm>
            <a:custGeom>
              <a:avLst/>
              <a:gdLst/>
              <a:ahLst/>
              <a:cxnLst/>
              <a:rect l="l" t="t" r="r" b="b"/>
              <a:pathLst>
                <a:path w="2240280" h="535304">
                  <a:moveTo>
                    <a:pt x="2240280" y="0"/>
                  </a:moveTo>
                  <a:lnTo>
                    <a:pt x="0" y="0"/>
                  </a:lnTo>
                  <a:lnTo>
                    <a:pt x="0" y="534923"/>
                  </a:lnTo>
                  <a:lnTo>
                    <a:pt x="2240280" y="534923"/>
                  </a:lnTo>
                  <a:lnTo>
                    <a:pt x="224028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59151" y="4533137"/>
              <a:ext cx="6784975" cy="535305"/>
            </a:xfrm>
            <a:custGeom>
              <a:avLst/>
              <a:gdLst/>
              <a:ahLst/>
              <a:cxnLst/>
              <a:rect l="l" t="t" r="r" b="b"/>
              <a:pathLst>
                <a:path w="6784975" h="535304">
                  <a:moveTo>
                    <a:pt x="6784848" y="0"/>
                  </a:moveTo>
                  <a:lnTo>
                    <a:pt x="0" y="0"/>
                  </a:lnTo>
                  <a:lnTo>
                    <a:pt x="0" y="534924"/>
                  </a:lnTo>
                  <a:lnTo>
                    <a:pt x="6784848" y="534924"/>
                  </a:lnTo>
                  <a:lnTo>
                    <a:pt x="6784848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38600" y="4538217"/>
            <a:ext cx="319290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55" dirty="0">
                <a:solidFill>
                  <a:srgbClr val="FFFFFF"/>
                </a:solidFill>
                <a:latin typeface="Arial MT"/>
                <a:cs typeface="Arial MT"/>
              </a:rPr>
              <a:t>Saturday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Thursday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700" y="2035395"/>
            <a:ext cx="8458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39629D"/>
                </a:solidFill>
                <a:latin typeface="Arial"/>
                <a:cs typeface="Arial"/>
              </a:rPr>
              <a:t>WEB </a:t>
            </a:r>
            <a:r>
              <a:rPr sz="5400" b="1" spc="-10" dirty="0">
                <a:solidFill>
                  <a:srgbClr val="39629D"/>
                </a:solidFill>
                <a:latin typeface="Arial"/>
                <a:cs typeface="Arial"/>
              </a:rPr>
              <a:t>DESIGN</a:t>
            </a:r>
            <a:r>
              <a:rPr lang="en-US" sz="5400" b="1" spc="-10" dirty="0">
                <a:solidFill>
                  <a:srgbClr val="39629D"/>
                </a:solidFill>
                <a:latin typeface="Arial"/>
                <a:cs typeface="Arial"/>
              </a:rPr>
              <a:t> 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ctrTitle"/>
          </p:nvPr>
        </p:nvSpPr>
        <p:spPr>
          <a:xfrm>
            <a:off x="1046480" y="395223"/>
            <a:ext cx="72802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8375" algn="ctr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latin typeface="Arial MT"/>
                <a:cs typeface="Arial MT"/>
              </a:rPr>
              <a:t>Welcome</a:t>
            </a:r>
            <a:r>
              <a:rPr sz="3600" b="0" spc="-45" dirty="0">
                <a:latin typeface="Arial MT"/>
                <a:cs typeface="Arial MT"/>
              </a:rPr>
              <a:t> </a:t>
            </a:r>
            <a:r>
              <a:rPr sz="3600" b="0" dirty="0">
                <a:latin typeface="Arial MT"/>
                <a:cs typeface="Arial MT"/>
              </a:rPr>
              <a:t>to</a:t>
            </a:r>
            <a:endParaRPr sz="3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3829685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AUDIO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739" y="3880552"/>
            <a:ext cx="127825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10" dirty="0">
                <a:latin typeface="Arial MT"/>
                <a:cs typeface="Arial MT"/>
              </a:rPr>
              <a:t>&lt;/</a:t>
            </a:r>
            <a:r>
              <a:rPr sz="2400" b="1" spc="-10" dirty="0">
                <a:latin typeface="Arial"/>
                <a:cs typeface="Arial"/>
              </a:rPr>
              <a:t>audio</a:t>
            </a:r>
            <a:r>
              <a:rPr sz="2400" spc="-10" dirty="0">
                <a:latin typeface="Arial MT"/>
                <a:cs typeface="Arial MT"/>
              </a:rPr>
              <a:t>&gt;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99819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sz="2400" b="0" u="none" dirty="0">
                <a:latin typeface="Arial MT"/>
                <a:cs typeface="Arial MT"/>
              </a:rPr>
              <a:t>&lt;</a:t>
            </a:r>
            <a:r>
              <a:rPr sz="2400" u="none" dirty="0">
                <a:latin typeface="Arial"/>
                <a:cs typeface="Arial"/>
              </a:rPr>
              <a:t>audio</a:t>
            </a:r>
            <a:r>
              <a:rPr sz="2400" u="none" spc="-70" dirty="0">
                <a:latin typeface="Arial"/>
                <a:cs typeface="Arial"/>
              </a:rPr>
              <a:t> </a:t>
            </a:r>
            <a:r>
              <a:rPr sz="2400" b="0" u="none" dirty="0">
                <a:latin typeface="Arial MT"/>
                <a:cs typeface="Arial MT"/>
              </a:rPr>
              <a:t>controls</a:t>
            </a:r>
            <a:r>
              <a:rPr sz="2400" b="0" u="none" spc="-40" dirty="0">
                <a:latin typeface="Arial MT"/>
                <a:cs typeface="Arial MT"/>
              </a:rPr>
              <a:t> </a:t>
            </a:r>
            <a:r>
              <a:rPr sz="2400" b="0" u="none" dirty="0">
                <a:latin typeface="Arial MT"/>
                <a:cs typeface="Arial MT"/>
              </a:rPr>
              <a:t>autoplay</a:t>
            </a:r>
            <a:r>
              <a:rPr sz="2400" b="0" u="none" spc="-30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loop&gt;</a:t>
            </a:r>
            <a:endParaRPr sz="2400">
              <a:latin typeface="Arial MT"/>
              <a:cs typeface="Arial MT"/>
            </a:endParaRPr>
          </a:p>
          <a:p>
            <a:pPr marL="617220">
              <a:lnSpc>
                <a:spcPct val="100000"/>
              </a:lnSpc>
              <a:spcBef>
                <a:spcPts val="5"/>
              </a:spcBef>
            </a:pPr>
            <a:r>
              <a:rPr sz="2400" b="0" u="none" dirty="0">
                <a:latin typeface="Arial MT"/>
                <a:cs typeface="Arial MT"/>
              </a:rPr>
              <a:t>&lt;source</a:t>
            </a:r>
            <a:r>
              <a:rPr sz="2400" b="0" u="none" spc="-80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src="horse.ogg"</a:t>
            </a:r>
            <a:r>
              <a:rPr sz="2400" b="0" u="none" spc="-70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type="audio/ogg"&gt;</a:t>
            </a:r>
            <a:endParaRPr sz="2400">
              <a:latin typeface="Arial MT"/>
              <a:cs typeface="Arial MT"/>
            </a:endParaRPr>
          </a:p>
          <a:p>
            <a:pPr marL="617220">
              <a:lnSpc>
                <a:spcPct val="100000"/>
              </a:lnSpc>
              <a:spcBef>
                <a:spcPts val="645"/>
              </a:spcBef>
            </a:pPr>
            <a:r>
              <a:rPr sz="2400" b="0" u="none" dirty="0">
                <a:latin typeface="Arial MT"/>
                <a:cs typeface="Arial MT"/>
              </a:rPr>
              <a:t>&lt;source</a:t>
            </a:r>
            <a:r>
              <a:rPr sz="2400" b="0" u="none" spc="-75" dirty="0">
                <a:latin typeface="Arial MT"/>
                <a:cs typeface="Arial MT"/>
              </a:rPr>
              <a:t> </a:t>
            </a:r>
            <a:r>
              <a:rPr sz="2400" b="0" u="none" dirty="0">
                <a:latin typeface="Arial MT"/>
                <a:cs typeface="Arial MT"/>
              </a:rPr>
              <a:t>src=“wav"</a:t>
            </a:r>
            <a:r>
              <a:rPr sz="2400" b="0" u="none" spc="-75" dirty="0">
                <a:latin typeface="Arial MT"/>
                <a:cs typeface="Arial MT"/>
              </a:rPr>
              <a:t> </a:t>
            </a:r>
            <a:r>
              <a:rPr sz="2400" b="0" u="none" dirty="0">
                <a:latin typeface="Arial MT"/>
                <a:cs typeface="Arial MT"/>
              </a:rPr>
              <a:t>type="</a:t>
            </a:r>
            <a:r>
              <a:rPr sz="2400" b="0" u="none" spc="-85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audio/wav"&gt;</a:t>
            </a:r>
            <a:endParaRPr sz="2400">
              <a:latin typeface="Arial MT"/>
              <a:cs typeface="Arial MT"/>
            </a:endParaRPr>
          </a:p>
          <a:p>
            <a:pPr marL="617220">
              <a:lnSpc>
                <a:spcPct val="100000"/>
              </a:lnSpc>
              <a:spcBef>
                <a:spcPts val="55"/>
              </a:spcBef>
            </a:pPr>
            <a:r>
              <a:rPr sz="2400" b="0" u="none" dirty="0">
                <a:latin typeface="Arial MT"/>
                <a:cs typeface="Arial MT"/>
              </a:rPr>
              <a:t>&lt;source</a:t>
            </a:r>
            <a:r>
              <a:rPr sz="2400" b="0" u="none" spc="-75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src="horse.mp3"</a:t>
            </a:r>
            <a:r>
              <a:rPr sz="2400" b="0" u="none" spc="-70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type="audio/mpeg"&gt;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3874135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VIDEO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739" y="3880552"/>
            <a:ext cx="126174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10" dirty="0">
                <a:latin typeface="Arial MT"/>
                <a:cs typeface="Arial MT"/>
              </a:rPr>
              <a:t>&lt;/</a:t>
            </a:r>
            <a:r>
              <a:rPr sz="2400" b="1" spc="-10" dirty="0">
                <a:latin typeface="Arial"/>
                <a:cs typeface="Arial"/>
              </a:rPr>
              <a:t>video</a:t>
            </a:r>
            <a:r>
              <a:rPr sz="2400" spc="-10" dirty="0">
                <a:latin typeface="Arial MT"/>
                <a:cs typeface="Arial MT"/>
              </a:rPr>
              <a:t>&gt;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99819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sz="2400" b="0" u="none" dirty="0">
                <a:latin typeface="Arial MT"/>
                <a:cs typeface="Arial MT"/>
              </a:rPr>
              <a:t>&lt;</a:t>
            </a:r>
            <a:r>
              <a:rPr sz="2400" u="none" dirty="0">
                <a:latin typeface="Arial"/>
                <a:cs typeface="Arial"/>
              </a:rPr>
              <a:t>video</a:t>
            </a:r>
            <a:r>
              <a:rPr sz="2400" u="none" spc="-105" dirty="0">
                <a:latin typeface="Arial"/>
                <a:cs typeface="Arial"/>
              </a:rPr>
              <a:t> </a:t>
            </a:r>
            <a:r>
              <a:rPr sz="2400" b="0" u="none" dirty="0">
                <a:latin typeface="Arial MT"/>
                <a:cs typeface="Arial MT"/>
              </a:rPr>
              <a:t>width="320"</a:t>
            </a:r>
            <a:r>
              <a:rPr sz="2400" b="0" u="none" spc="-85" dirty="0">
                <a:latin typeface="Arial MT"/>
                <a:cs typeface="Arial MT"/>
              </a:rPr>
              <a:t> </a:t>
            </a:r>
            <a:r>
              <a:rPr sz="2400" b="0" u="none" dirty="0">
                <a:latin typeface="Arial MT"/>
                <a:cs typeface="Arial MT"/>
              </a:rPr>
              <a:t>height="240"</a:t>
            </a:r>
            <a:r>
              <a:rPr sz="2400" b="0" u="none" spc="-85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controls&gt;</a:t>
            </a:r>
            <a:endParaRPr sz="2400">
              <a:latin typeface="Arial MT"/>
              <a:cs typeface="Arial MT"/>
            </a:endParaRPr>
          </a:p>
          <a:p>
            <a:pPr marL="617220">
              <a:lnSpc>
                <a:spcPct val="100000"/>
              </a:lnSpc>
              <a:spcBef>
                <a:spcPts val="5"/>
              </a:spcBef>
            </a:pPr>
            <a:r>
              <a:rPr sz="2400" b="0" u="none" dirty="0">
                <a:latin typeface="Arial MT"/>
                <a:cs typeface="Arial MT"/>
              </a:rPr>
              <a:t>&lt;source</a:t>
            </a:r>
            <a:r>
              <a:rPr sz="2400" b="0" u="none" spc="-100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src="movie.mp4"</a:t>
            </a:r>
            <a:r>
              <a:rPr sz="2400" b="0" u="none" spc="-100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type="video/mp4"&gt;</a:t>
            </a:r>
            <a:endParaRPr sz="2400">
              <a:latin typeface="Arial MT"/>
              <a:cs typeface="Arial MT"/>
            </a:endParaRPr>
          </a:p>
          <a:p>
            <a:pPr marL="617220">
              <a:lnSpc>
                <a:spcPct val="100000"/>
              </a:lnSpc>
              <a:spcBef>
                <a:spcPts val="645"/>
              </a:spcBef>
            </a:pPr>
            <a:r>
              <a:rPr sz="2400" b="0" u="none" dirty="0">
                <a:latin typeface="Arial MT"/>
                <a:cs typeface="Arial MT"/>
              </a:rPr>
              <a:t>&lt;source</a:t>
            </a:r>
            <a:r>
              <a:rPr sz="2400" b="0" u="none" spc="-45" dirty="0">
                <a:latin typeface="Arial MT"/>
                <a:cs typeface="Arial MT"/>
              </a:rPr>
              <a:t> </a:t>
            </a:r>
            <a:r>
              <a:rPr sz="2400" b="0" u="none" spc="-60" dirty="0">
                <a:latin typeface="Arial MT"/>
                <a:cs typeface="Arial MT"/>
              </a:rPr>
              <a:t>src="movie.webm</a:t>
            </a:r>
            <a:r>
              <a:rPr sz="2400" b="0" u="none" spc="-45" dirty="0">
                <a:latin typeface="Arial MT"/>
                <a:cs typeface="Arial MT"/>
              </a:rPr>
              <a:t> </a:t>
            </a:r>
            <a:r>
              <a:rPr sz="2400" b="0" u="none" dirty="0">
                <a:latin typeface="Arial MT"/>
                <a:cs typeface="Arial MT"/>
              </a:rPr>
              <a:t>"</a:t>
            </a:r>
            <a:r>
              <a:rPr sz="2400" b="0" u="none" spc="-55" dirty="0">
                <a:latin typeface="Arial MT"/>
                <a:cs typeface="Arial MT"/>
              </a:rPr>
              <a:t> </a:t>
            </a:r>
            <a:r>
              <a:rPr sz="2400" b="0" u="none" dirty="0">
                <a:latin typeface="Arial MT"/>
                <a:cs typeface="Arial MT"/>
              </a:rPr>
              <a:t>type="</a:t>
            </a:r>
            <a:r>
              <a:rPr sz="2400" b="0" u="none" spc="-50" dirty="0">
                <a:latin typeface="Arial MT"/>
                <a:cs typeface="Arial MT"/>
              </a:rPr>
              <a:t> </a:t>
            </a:r>
            <a:r>
              <a:rPr sz="2400" b="0" u="none" spc="-70" dirty="0">
                <a:latin typeface="Arial MT"/>
                <a:cs typeface="Arial MT"/>
              </a:rPr>
              <a:t>video/webm</a:t>
            </a:r>
            <a:r>
              <a:rPr sz="2400" b="0" u="none" spc="-60" dirty="0">
                <a:latin typeface="Arial MT"/>
                <a:cs typeface="Arial MT"/>
              </a:rPr>
              <a:t> </a:t>
            </a:r>
            <a:r>
              <a:rPr sz="2400" b="0" u="none" spc="-25" dirty="0">
                <a:latin typeface="Arial MT"/>
                <a:cs typeface="Arial MT"/>
              </a:rPr>
              <a:t>"&gt;</a:t>
            </a:r>
            <a:endParaRPr sz="2400">
              <a:latin typeface="Arial MT"/>
              <a:cs typeface="Arial MT"/>
            </a:endParaRPr>
          </a:p>
          <a:p>
            <a:pPr marL="617220">
              <a:lnSpc>
                <a:spcPct val="100000"/>
              </a:lnSpc>
              <a:spcBef>
                <a:spcPts val="55"/>
              </a:spcBef>
            </a:pPr>
            <a:r>
              <a:rPr sz="2400" b="0" u="none" dirty="0">
                <a:latin typeface="Arial MT"/>
                <a:cs typeface="Arial MT"/>
              </a:rPr>
              <a:t>&lt;source</a:t>
            </a:r>
            <a:r>
              <a:rPr sz="2400" b="0" u="none" spc="-105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src="movie.ogg"</a:t>
            </a:r>
            <a:r>
              <a:rPr sz="2400" b="0" u="none" spc="-90" dirty="0">
                <a:latin typeface="Arial MT"/>
                <a:cs typeface="Arial MT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type="video/ogg"&gt;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2064" y="399034"/>
            <a:ext cx="32683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70" dirty="0"/>
              <a:t>LIST</a:t>
            </a:r>
            <a:r>
              <a:rPr spc="-70" dirty="0"/>
              <a:t> </a:t>
            </a:r>
            <a:r>
              <a:rPr spc="-590" dirty="0"/>
              <a:t>UL</a:t>
            </a:r>
            <a:r>
              <a:rPr spc="-70" dirty="0"/>
              <a:t> </a:t>
            </a:r>
            <a:r>
              <a:rPr spc="-160" dirty="0"/>
              <a:t>/OL</a:t>
            </a:r>
            <a:r>
              <a:rPr spc="-120" dirty="0"/>
              <a:t> </a:t>
            </a:r>
            <a:r>
              <a:rPr spc="-95" dirty="0"/>
              <a:t>/LI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739" y="1202943"/>
            <a:ext cx="2647950" cy="286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400"/>
              </a:lnSpc>
              <a:spcBef>
                <a:spcPts val="100"/>
              </a:spcBef>
            </a:pPr>
            <a:r>
              <a:rPr sz="2400" b="1" u="sng" spc="-2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Unordered</a:t>
            </a:r>
            <a:r>
              <a:rPr sz="2400" b="1" u="sng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2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HTML</a:t>
            </a:r>
            <a:r>
              <a:rPr sz="2400" b="1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2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List</a:t>
            </a:r>
            <a:r>
              <a:rPr sz="2400" b="1" spc="-225" dirty="0">
                <a:latin typeface="Arial"/>
                <a:cs typeface="Arial"/>
              </a:rPr>
              <a:t> </a:t>
            </a:r>
            <a:r>
              <a:rPr sz="24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Uses:</a:t>
            </a:r>
            <a:endParaRPr sz="2400">
              <a:latin typeface="Arial"/>
              <a:cs typeface="Arial"/>
            </a:endParaRPr>
          </a:p>
          <a:p>
            <a:pPr marL="264795">
              <a:lnSpc>
                <a:spcPct val="100000"/>
              </a:lnSpc>
              <a:spcBef>
                <a:spcPts val="755"/>
              </a:spcBef>
            </a:pPr>
            <a:r>
              <a:rPr sz="2400" spc="-20" dirty="0">
                <a:latin typeface="Ebrima"/>
                <a:cs typeface="Ebrima"/>
              </a:rPr>
              <a:t>&lt;ul&gt;</a:t>
            </a:r>
            <a:endParaRPr sz="2400">
              <a:latin typeface="Ebrima"/>
              <a:cs typeface="Ebrima"/>
            </a:endParaRPr>
          </a:p>
          <a:p>
            <a:pPr marL="501015">
              <a:lnSpc>
                <a:spcPct val="100000"/>
              </a:lnSpc>
              <a:spcBef>
                <a:spcPts val="20"/>
              </a:spcBef>
            </a:pPr>
            <a:r>
              <a:rPr sz="2400" spc="-10" dirty="0">
                <a:latin typeface="Ebrima"/>
                <a:cs typeface="Ebrima"/>
              </a:rPr>
              <a:t>&lt;li&gt;Coffee&lt;/li&gt;</a:t>
            </a:r>
            <a:endParaRPr sz="2400">
              <a:latin typeface="Ebrima"/>
              <a:cs typeface="Ebrima"/>
            </a:endParaRPr>
          </a:p>
          <a:p>
            <a:pPr marL="501015">
              <a:lnSpc>
                <a:spcPct val="100000"/>
              </a:lnSpc>
            </a:pPr>
            <a:r>
              <a:rPr sz="2400" spc="-10" dirty="0">
                <a:latin typeface="Ebrima"/>
                <a:cs typeface="Ebrima"/>
              </a:rPr>
              <a:t>&lt;li&gt;Tea&lt;/li&gt;</a:t>
            </a:r>
            <a:endParaRPr sz="2400">
              <a:latin typeface="Ebrima"/>
              <a:cs typeface="Ebrima"/>
            </a:endParaRPr>
          </a:p>
          <a:p>
            <a:pPr marL="501015">
              <a:lnSpc>
                <a:spcPct val="100000"/>
              </a:lnSpc>
            </a:pPr>
            <a:r>
              <a:rPr sz="2400" spc="-10" dirty="0">
                <a:latin typeface="Ebrima"/>
                <a:cs typeface="Ebrima"/>
              </a:rPr>
              <a:t>&lt;li&gt;Milk&lt;/li&gt;</a:t>
            </a:r>
            <a:endParaRPr sz="240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</a:pPr>
            <a:r>
              <a:rPr sz="2400" spc="-10" dirty="0">
                <a:latin typeface="Ebrima"/>
                <a:cs typeface="Ebrima"/>
              </a:rPr>
              <a:t>&lt;/ul&gt;</a:t>
            </a:r>
            <a:endParaRPr sz="24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2064" y="399034"/>
            <a:ext cx="32683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70" dirty="0"/>
              <a:t>LIST</a:t>
            </a:r>
            <a:r>
              <a:rPr spc="-70" dirty="0"/>
              <a:t> </a:t>
            </a:r>
            <a:r>
              <a:rPr spc="-590" dirty="0"/>
              <a:t>UL</a:t>
            </a:r>
            <a:r>
              <a:rPr spc="-70" dirty="0"/>
              <a:t> </a:t>
            </a:r>
            <a:r>
              <a:rPr spc="-160" dirty="0"/>
              <a:t>/OL</a:t>
            </a:r>
            <a:r>
              <a:rPr spc="-120" dirty="0"/>
              <a:t> </a:t>
            </a:r>
            <a:r>
              <a:rPr spc="-95" dirty="0"/>
              <a:t>/LI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02943"/>
            <a:ext cx="5041900" cy="331724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400" b="1" u="sng" spc="-2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Unordered</a:t>
            </a:r>
            <a:r>
              <a:rPr sz="2400" b="1" u="sng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2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HTML</a:t>
            </a:r>
            <a:r>
              <a:rPr sz="2400" b="1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List: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b="1" u="sng" spc="-3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LIST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9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Style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2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Type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: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spc="-175" dirty="0">
                <a:latin typeface="Arial MT"/>
                <a:cs typeface="Arial MT"/>
              </a:rPr>
              <a:t>disc,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140" dirty="0">
                <a:latin typeface="Arial MT"/>
                <a:cs typeface="Arial MT"/>
              </a:rPr>
              <a:t>circle,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165" dirty="0">
                <a:latin typeface="Arial MT"/>
                <a:cs typeface="Arial MT"/>
              </a:rPr>
              <a:t>square,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155" dirty="0">
                <a:latin typeface="Arial MT"/>
                <a:cs typeface="Arial MT"/>
              </a:rPr>
              <a:t>none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Uses:</a:t>
            </a:r>
            <a:endParaRPr sz="2400">
              <a:latin typeface="Arial"/>
              <a:cs typeface="Arial"/>
            </a:endParaRPr>
          </a:p>
          <a:p>
            <a:pPr marL="264795">
              <a:lnSpc>
                <a:spcPct val="100000"/>
              </a:lnSpc>
              <a:spcBef>
                <a:spcPts val="715"/>
              </a:spcBef>
            </a:pPr>
            <a:r>
              <a:rPr sz="2400" dirty="0">
                <a:latin typeface="Ebrima"/>
                <a:cs typeface="Ebrima"/>
              </a:rPr>
              <a:t>&lt;ul</a:t>
            </a:r>
            <a:r>
              <a:rPr sz="2400" spc="45" dirty="0">
                <a:latin typeface="Ebrima"/>
                <a:cs typeface="Ebrima"/>
              </a:rPr>
              <a:t> </a:t>
            </a:r>
            <a:r>
              <a:rPr sz="2400" spc="-90" dirty="0">
                <a:latin typeface="Arial MT"/>
                <a:cs typeface="Arial MT"/>
              </a:rPr>
              <a:t>style="</a:t>
            </a:r>
            <a:r>
              <a:rPr sz="2400" b="1" spc="-90" dirty="0">
                <a:latin typeface="Arial"/>
                <a:cs typeface="Arial"/>
              </a:rPr>
              <a:t>list-</a:t>
            </a:r>
            <a:r>
              <a:rPr sz="2400" b="1" spc="-155" dirty="0">
                <a:latin typeface="Arial"/>
                <a:cs typeface="Arial"/>
              </a:rPr>
              <a:t>style-</a:t>
            </a:r>
            <a:r>
              <a:rPr sz="2400" b="1" spc="-165" dirty="0">
                <a:latin typeface="Arial"/>
                <a:cs typeface="Arial"/>
              </a:rPr>
              <a:t>type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190" dirty="0">
                <a:latin typeface="Arial"/>
                <a:cs typeface="Arial"/>
              </a:rPr>
              <a:t>: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disc</a:t>
            </a:r>
            <a:r>
              <a:rPr sz="2400" spc="-10" dirty="0">
                <a:latin typeface="Arial MT"/>
                <a:cs typeface="Arial MT"/>
              </a:rPr>
              <a:t>“&gt;</a:t>
            </a:r>
            <a:endParaRPr sz="2400">
              <a:latin typeface="Arial MT"/>
              <a:cs typeface="Arial MT"/>
            </a:endParaRPr>
          </a:p>
          <a:p>
            <a:pPr marL="501015">
              <a:lnSpc>
                <a:spcPct val="100000"/>
              </a:lnSpc>
              <a:spcBef>
                <a:spcPts val="55"/>
              </a:spcBef>
            </a:pPr>
            <a:r>
              <a:rPr sz="2400" spc="-10" dirty="0">
                <a:latin typeface="Ebrima"/>
                <a:cs typeface="Ebrima"/>
              </a:rPr>
              <a:t>&lt;li&gt;Coffee&lt;/li&gt;</a:t>
            </a:r>
            <a:endParaRPr sz="2400">
              <a:latin typeface="Ebrima"/>
              <a:cs typeface="Ebrima"/>
            </a:endParaRPr>
          </a:p>
          <a:p>
            <a:pPr marL="501015">
              <a:lnSpc>
                <a:spcPct val="100000"/>
              </a:lnSpc>
            </a:pPr>
            <a:r>
              <a:rPr sz="2400" spc="-10" dirty="0">
                <a:latin typeface="Ebrima"/>
                <a:cs typeface="Ebrima"/>
              </a:rPr>
              <a:t>&lt;li&gt;Tea&lt;/li&gt;</a:t>
            </a:r>
            <a:endParaRPr sz="2400">
              <a:latin typeface="Ebrima"/>
              <a:cs typeface="Ebrima"/>
            </a:endParaRPr>
          </a:p>
          <a:p>
            <a:pPr marL="501015">
              <a:lnSpc>
                <a:spcPct val="100000"/>
              </a:lnSpc>
            </a:pPr>
            <a:r>
              <a:rPr sz="2400" spc="-10" dirty="0">
                <a:latin typeface="Ebrima"/>
                <a:cs typeface="Ebrima"/>
              </a:rPr>
              <a:t>&lt;li&gt;Milk&lt;/li&gt;</a:t>
            </a:r>
            <a:endParaRPr sz="240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</a:pPr>
            <a:r>
              <a:rPr sz="2400" spc="-10" dirty="0">
                <a:latin typeface="Ebrima"/>
                <a:cs typeface="Ebrima"/>
              </a:rPr>
              <a:t>&lt;/ul&gt;</a:t>
            </a:r>
            <a:endParaRPr sz="24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2064" y="399034"/>
            <a:ext cx="32683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70" dirty="0"/>
              <a:t>LIST</a:t>
            </a:r>
            <a:r>
              <a:rPr spc="-70" dirty="0"/>
              <a:t> </a:t>
            </a:r>
            <a:r>
              <a:rPr spc="-590" dirty="0"/>
              <a:t>UL</a:t>
            </a:r>
            <a:r>
              <a:rPr spc="-70" dirty="0"/>
              <a:t> </a:t>
            </a:r>
            <a:r>
              <a:rPr spc="-160" dirty="0"/>
              <a:t>/OL</a:t>
            </a:r>
            <a:r>
              <a:rPr spc="-120" dirty="0"/>
              <a:t> </a:t>
            </a:r>
            <a:r>
              <a:rPr spc="-95" dirty="0"/>
              <a:t>/LI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02943"/>
            <a:ext cx="2639060" cy="286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9550">
              <a:lnSpc>
                <a:spcPct val="124400"/>
              </a:lnSpc>
              <a:spcBef>
                <a:spcPts val="100"/>
              </a:spcBef>
            </a:pPr>
            <a:r>
              <a:rPr sz="2400" b="1" u="sng" spc="-1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Ordered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2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HTML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2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List:</a:t>
            </a:r>
            <a:r>
              <a:rPr sz="2400" b="1" spc="-225" dirty="0">
                <a:latin typeface="Arial"/>
                <a:cs typeface="Arial"/>
              </a:rPr>
              <a:t> </a:t>
            </a:r>
            <a:r>
              <a:rPr sz="24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Uses:</a:t>
            </a:r>
            <a:endParaRPr sz="2400">
              <a:latin typeface="Arial"/>
              <a:cs typeface="Arial"/>
            </a:endParaRPr>
          </a:p>
          <a:p>
            <a:pPr marL="264795">
              <a:lnSpc>
                <a:spcPct val="100000"/>
              </a:lnSpc>
              <a:spcBef>
                <a:spcPts val="710"/>
              </a:spcBef>
            </a:pPr>
            <a:r>
              <a:rPr sz="2400" spc="-20" dirty="0">
                <a:latin typeface="Ebrima"/>
                <a:cs typeface="Ebrima"/>
              </a:rPr>
              <a:t>&lt;ol</a:t>
            </a:r>
            <a:r>
              <a:rPr sz="2400" spc="-20" dirty="0">
                <a:latin typeface="Arial MT"/>
                <a:cs typeface="Arial MT"/>
              </a:rPr>
              <a:t>&gt;</a:t>
            </a:r>
            <a:endParaRPr sz="2400">
              <a:latin typeface="Arial MT"/>
              <a:cs typeface="Arial MT"/>
            </a:endParaRPr>
          </a:p>
          <a:p>
            <a:pPr marL="501015">
              <a:lnSpc>
                <a:spcPct val="100000"/>
              </a:lnSpc>
              <a:spcBef>
                <a:spcPts val="65"/>
              </a:spcBef>
            </a:pPr>
            <a:r>
              <a:rPr sz="2400" spc="-10" dirty="0">
                <a:latin typeface="Ebrima"/>
                <a:cs typeface="Ebrima"/>
              </a:rPr>
              <a:t>&lt;li&gt;Coffee&lt;/li&gt;</a:t>
            </a:r>
            <a:endParaRPr sz="2400">
              <a:latin typeface="Ebrima"/>
              <a:cs typeface="Ebrima"/>
            </a:endParaRPr>
          </a:p>
          <a:p>
            <a:pPr marL="501015">
              <a:lnSpc>
                <a:spcPct val="100000"/>
              </a:lnSpc>
            </a:pPr>
            <a:r>
              <a:rPr sz="2400" spc="-10" dirty="0">
                <a:latin typeface="Ebrima"/>
                <a:cs typeface="Ebrima"/>
              </a:rPr>
              <a:t>&lt;li&gt;Tea&lt;/li&gt;</a:t>
            </a:r>
            <a:endParaRPr sz="2400">
              <a:latin typeface="Ebrima"/>
              <a:cs typeface="Ebrima"/>
            </a:endParaRPr>
          </a:p>
          <a:p>
            <a:pPr marL="501015">
              <a:lnSpc>
                <a:spcPct val="100000"/>
              </a:lnSpc>
            </a:pPr>
            <a:r>
              <a:rPr sz="2400" spc="-10" dirty="0">
                <a:latin typeface="Ebrima"/>
                <a:cs typeface="Ebrima"/>
              </a:rPr>
              <a:t>&lt;li&gt;Milk&lt;/li&gt;</a:t>
            </a:r>
            <a:endParaRPr sz="240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</a:pPr>
            <a:r>
              <a:rPr sz="2400" spc="-10" dirty="0">
                <a:latin typeface="Ebrima"/>
                <a:cs typeface="Ebrima"/>
              </a:rPr>
              <a:t>&lt;/ol&gt;</a:t>
            </a:r>
            <a:endParaRPr sz="24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2064" y="399034"/>
            <a:ext cx="32683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70" dirty="0"/>
              <a:t>LIST</a:t>
            </a:r>
            <a:r>
              <a:rPr spc="-70" dirty="0"/>
              <a:t> </a:t>
            </a:r>
            <a:r>
              <a:rPr spc="-590" dirty="0"/>
              <a:t>UL</a:t>
            </a:r>
            <a:r>
              <a:rPr spc="-70" dirty="0"/>
              <a:t> </a:t>
            </a:r>
            <a:r>
              <a:rPr spc="-160" dirty="0"/>
              <a:t>/OL</a:t>
            </a:r>
            <a:r>
              <a:rPr spc="-120" dirty="0"/>
              <a:t> </a:t>
            </a:r>
            <a:r>
              <a:rPr spc="-95" dirty="0"/>
              <a:t>/LI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1863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819"/>
              </a:spcBef>
            </a:pPr>
            <a:r>
              <a:rPr sz="2400" spc="-180" dirty="0">
                <a:latin typeface="Arial"/>
                <a:cs typeface="Arial"/>
              </a:rPr>
              <a:t>Ordered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280" dirty="0">
                <a:latin typeface="Arial"/>
                <a:cs typeface="Arial"/>
              </a:rPr>
              <a:t>HTML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List:</a:t>
            </a:r>
            <a:endParaRPr sz="2400">
              <a:latin typeface="Arial"/>
              <a:cs typeface="Arial"/>
            </a:endParaRPr>
          </a:p>
          <a:p>
            <a:pPr marL="128905">
              <a:lnSpc>
                <a:spcPct val="100000"/>
              </a:lnSpc>
              <a:spcBef>
                <a:spcPts val="720"/>
              </a:spcBef>
            </a:pPr>
            <a:r>
              <a:rPr sz="2400" spc="-180" dirty="0">
                <a:latin typeface="Arial"/>
                <a:cs typeface="Arial"/>
              </a:rPr>
              <a:t>Order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325" dirty="0">
                <a:latin typeface="Arial"/>
                <a:cs typeface="Arial"/>
              </a:rPr>
              <a:t>LIST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235" dirty="0">
                <a:latin typeface="Arial"/>
                <a:cs typeface="Arial"/>
              </a:rPr>
              <a:t>Type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: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b="0" u="none" spc="-215" dirty="0">
                <a:solidFill>
                  <a:srgbClr val="DA1F28"/>
                </a:solidFill>
                <a:latin typeface="Arial MT"/>
                <a:cs typeface="Arial MT"/>
              </a:rPr>
              <a:t>type="1“</a:t>
            </a:r>
            <a:r>
              <a:rPr sz="2400" b="0" u="none" spc="-50" dirty="0">
                <a:solidFill>
                  <a:srgbClr val="DA1F28"/>
                </a:solidFill>
                <a:latin typeface="Arial MT"/>
                <a:cs typeface="Arial MT"/>
              </a:rPr>
              <a:t> </a:t>
            </a:r>
            <a:r>
              <a:rPr sz="2400" b="0" u="none" spc="-215" dirty="0">
                <a:latin typeface="Arial MT"/>
                <a:cs typeface="Arial MT"/>
              </a:rPr>
              <a:t>type="A“</a:t>
            </a:r>
            <a:r>
              <a:rPr sz="2400" b="0" u="none" spc="-65" dirty="0">
                <a:latin typeface="Arial MT"/>
                <a:cs typeface="Arial MT"/>
              </a:rPr>
              <a:t> </a:t>
            </a:r>
            <a:r>
              <a:rPr sz="2400" b="0" u="none" spc="-220" dirty="0">
                <a:solidFill>
                  <a:srgbClr val="DA1F28"/>
                </a:solidFill>
                <a:latin typeface="Arial MT"/>
                <a:cs typeface="Arial MT"/>
              </a:rPr>
              <a:t>type="a“</a:t>
            </a:r>
            <a:r>
              <a:rPr sz="2400" b="0" u="none" spc="-55" dirty="0">
                <a:solidFill>
                  <a:srgbClr val="DA1F28"/>
                </a:solidFill>
                <a:latin typeface="Arial MT"/>
                <a:cs typeface="Arial MT"/>
              </a:rPr>
              <a:t> </a:t>
            </a:r>
            <a:r>
              <a:rPr sz="2400" b="0" u="none" spc="-195" dirty="0">
                <a:latin typeface="Arial MT"/>
                <a:cs typeface="Arial MT"/>
              </a:rPr>
              <a:t>type="I“</a:t>
            </a:r>
            <a:r>
              <a:rPr sz="2400" b="0" u="none" spc="-60" dirty="0">
                <a:latin typeface="Arial MT"/>
                <a:cs typeface="Arial MT"/>
              </a:rPr>
              <a:t> </a:t>
            </a:r>
            <a:r>
              <a:rPr sz="2400" b="0" u="none" spc="-150" dirty="0">
                <a:solidFill>
                  <a:srgbClr val="DA1F28"/>
                </a:solidFill>
                <a:latin typeface="Arial MT"/>
                <a:cs typeface="Arial MT"/>
              </a:rPr>
              <a:t>type="i"</a:t>
            </a:r>
            <a:endParaRPr sz="2400">
              <a:latin typeface="Arial MT"/>
              <a:cs typeface="Arial MT"/>
            </a:endParaRPr>
          </a:p>
          <a:p>
            <a:pPr marL="128905">
              <a:lnSpc>
                <a:spcPct val="100000"/>
              </a:lnSpc>
              <a:spcBef>
                <a:spcPts val="685"/>
              </a:spcBef>
            </a:pPr>
            <a:r>
              <a:rPr sz="2400" spc="-60" dirty="0">
                <a:latin typeface="Arial"/>
                <a:cs typeface="Arial"/>
              </a:rPr>
              <a:t>Uses:</a:t>
            </a:r>
            <a:endParaRPr sz="240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715"/>
              </a:spcBef>
            </a:pPr>
            <a:r>
              <a:rPr sz="2400" b="0" u="none" dirty="0">
                <a:latin typeface="Ebrima"/>
                <a:cs typeface="Ebrima"/>
              </a:rPr>
              <a:t>&lt;ol</a:t>
            </a:r>
            <a:r>
              <a:rPr sz="2400" b="0" u="none" spc="-35" dirty="0">
                <a:latin typeface="Ebrima"/>
                <a:cs typeface="Ebrima"/>
              </a:rPr>
              <a:t> </a:t>
            </a:r>
            <a:r>
              <a:rPr sz="2400" b="0" u="none" spc="-10" dirty="0">
                <a:latin typeface="Arial MT"/>
                <a:cs typeface="Arial MT"/>
              </a:rPr>
              <a:t>type=“1”&gt;</a:t>
            </a:r>
            <a:endParaRPr sz="2400">
              <a:latin typeface="Arial MT"/>
              <a:cs typeface="Arial MT"/>
            </a:endParaRPr>
          </a:p>
          <a:p>
            <a:pPr marL="617220">
              <a:lnSpc>
                <a:spcPct val="100000"/>
              </a:lnSpc>
              <a:spcBef>
                <a:spcPts val="55"/>
              </a:spcBef>
            </a:pPr>
            <a:r>
              <a:rPr sz="2400" b="0" u="none" spc="-10" dirty="0">
                <a:latin typeface="Ebrima"/>
                <a:cs typeface="Ebrima"/>
              </a:rPr>
              <a:t>&lt;li&gt;Coffee&lt;/li&gt;</a:t>
            </a:r>
            <a:endParaRPr sz="2400">
              <a:latin typeface="Ebrima"/>
              <a:cs typeface="Ebrima"/>
            </a:endParaRPr>
          </a:p>
          <a:p>
            <a:pPr marL="617220">
              <a:lnSpc>
                <a:spcPct val="100000"/>
              </a:lnSpc>
            </a:pPr>
            <a:r>
              <a:rPr sz="2400" b="0" u="none" spc="-10" dirty="0">
                <a:latin typeface="Ebrima"/>
                <a:cs typeface="Ebrima"/>
              </a:rPr>
              <a:t>&lt;li&gt;Tea&lt;/li&gt;</a:t>
            </a:r>
            <a:endParaRPr sz="2400">
              <a:latin typeface="Ebrima"/>
              <a:cs typeface="Ebrima"/>
            </a:endParaRPr>
          </a:p>
          <a:p>
            <a:pPr marL="617220">
              <a:lnSpc>
                <a:spcPct val="100000"/>
              </a:lnSpc>
            </a:pPr>
            <a:r>
              <a:rPr sz="2400" b="0" u="none" spc="-10" dirty="0">
                <a:latin typeface="Ebrima"/>
                <a:cs typeface="Ebrima"/>
              </a:rPr>
              <a:t>&lt;li&gt;Milk&lt;/li&gt;</a:t>
            </a:r>
            <a:endParaRPr sz="2400">
              <a:latin typeface="Ebrima"/>
              <a:cs typeface="Ebrima"/>
            </a:endParaRPr>
          </a:p>
          <a:p>
            <a:pPr marL="448945">
              <a:lnSpc>
                <a:spcPct val="100000"/>
              </a:lnSpc>
            </a:pPr>
            <a:r>
              <a:rPr sz="2400" b="0" u="none" spc="-10" dirty="0">
                <a:latin typeface="Ebrima"/>
                <a:cs typeface="Ebrima"/>
              </a:rPr>
              <a:t>&lt;/ol&gt;</a:t>
            </a:r>
            <a:endParaRPr sz="24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8939" y="399034"/>
            <a:ext cx="60159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Description</a:t>
            </a:r>
            <a:r>
              <a:rPr spc="-80" dirty="0"/>
              <a:t> </a:t>
            </a:r>
            <a:r>
              <a:rPr spc="-570" dirty="0"/>
              <a:t>LIST</a:t>
            </a:r>
            <a:r>
              <a:rPr spc="-50" dirty="0"/>
              <a:t> </a:t>
            </a:r>
            <a:r>
              <a:rPr spc="-590" dirty="0"/>
              <a:t>DL</a:t>
            </a:r>
            <a:r>
              <a:rPr spc="-50" dirty="0"/>
              <a:t> </a:t>
            </a:r>
            <a:r>
              <a:rPr spc="-120" dirty="0"/>
              <a:t>/DT/DD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115441"/>
            <a:ext cx="6661784" cy="373761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4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Uses:</a:t>
            </a:r>
            <a:endParaRPr sz="2400">
              <a:latin typeface="Arial"/>
              <a:cs typeface="Arial"/>
            </a:endParaRPr>
          </a:p>
          <a:p>
            <a:pPr marL="264795">
              <a:lnSpc>
                <a:spcPct val="100000"/>
              </a:lnSpc>
              <a:spcBef>
                <a:spcPts val="1155"/>
              </a:spcBef>
            </a:pPr>
            <a:r>
              <a:rPr sz="2000" spc="-20" dirty="0">
                <a:latin typeface="Ebrima"/>
                <a:cs typeface="Ebrima"/>
              </a:rPr>
              <a:t>&lt;dl&gt;</a:t>
            </a:r>
            <a:endParaRPr sz="2000">
              <a:latin typeface="Ebrima"/>
              <a:cs typeface="Ebrima"/>
            </a:endParaRPr>
          </a:p>
          <a:p>
            <a:pPr marL="471805">
              <a:lnSpc>
                <a:spcPct val="100000"/>
              </a:lnSpc>
              <a:spcBef>
                <a:spcPts val="110"/>
              </a:spcBef>
            </a:pPr>
            <a:r>
              <a:rPr sz="2000" spc="-10" dirty="0">
                <a:latin typeface="Ebrima"/>
                <a:cs typeface="Ebrima"/>
              </a:rPr>
              <a:t>&lt;dt&gt;Coffee&lt;/dt&gt;</a:t>
            </a:r>
            <a:endParaRPr sz="2000">
              <a:latin typeface="Ebrima"/>
              <a:cs typeface="Ebrima"/>
            </a:endParaRPr>
          </a:p>
          <a:p>
            <a:pPr marL="471805">
              <a:lnSpc>
                <a:spcPct val="100000"/>
              </a:lnSpc>
            </a:pPr>
            <a:r>
              <a:rPr sz="2000" dirty="0">
                <a:latin typeface="Ebrima"/>
                <a:cs typeface="Ebrima"/>
              </a:rPr>
              <a:t>&lt;dd&gt;-</a:t>
            </a:r>
            <a:r>
              <a:rPr sz="2000" spc="-5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black</a:t>
            </a:r>
            <a:r>
              <a:rPr sz="2000" spc="-3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hot</a:t>
            </a:r>
            <a:r>
              <a:rPr sz="2000" spc="-30" dirty="0">
                <a:latin typeface="Ebrima"/>
                <a:cs typeface="Ebrima"/>
              </a:rPr>
              <a:t> </a:t>
            </a:r>
            <a:r>
              <a:rPr sz="2000" spc="-10" dirty="0">
                <a:latin typeface="Ebrima"/>
                <a:cs typeface="Ebrima"/>
              </a:rPr>
              <a:t>drink&lt;/dd&gt;</a:t>
            </a:r>
            <a:endParaRPr sz="2000">
              <a:latin typeface="Ebrima"/>
              <a:cs typeface="Ebrima"/>
            </a:endParaRPr>
          </a:p>
          <a:p>
            <a:pPr marL="471805">
              <a:lnSpc>
                <a:spcPct val="100000"/>
              </a:lnSpc>
            </a:pPr>
            <a:r>
              <a:rPr sz="2000" spc="-10" dirty="0">
                <a:latin typeface="Ebrima"/>
                <a:cs typeface="Ebrima"/>
              </a:rPr>
              <a:t>&lt;dt&gt;Milk&lt;/dt&gt;</a:t>
            </a:r>
            <a:endParaRPr sz="2000">
              <a:latin typeface="Ebrima"/>
              <a:cs typeface="Ebrima"/>
            </a:endParaRPr>
          </a:p>
          <a:p>
            <a:pPr marL="471805">
              <a:lnSpc>
                <a:spcPct val="100000"/>
              </a:lnSpc>
            </a:pPr>
            <a:r>
              <a:rPr sz="2000" dirty="0">
                <a:latin typeface="Ebrima"/>
                <a:cs typeface="Ebrima"/>
              </a:rPr>
              <a:t>&lt;dd&gt;-</a:t>
            </a:r>
            <a:r>
              <a:rPr sz="2000" spc="-4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white</a:t>
            </a:r>
            <a:r>
              <a:rPr sz="2000" spc="-1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cold</a:t>
            </a:r>
            <a:r>
              <a:rPr sz="2000" spc="-30" dirty="0">
                <a:latin typeface="Ebrima"/>
                <a:cs typeface="Ebrima"/>
              </a:rPr>
              <a:t> </a:t>
            </a:r>
            <a:r>
              <a:rPr sz="2000" spc="-10" dirty="0">
                <a:latin typeface="Ebrima"/>
                <a:cs typeface="Ebrima"/>
              </a:rPr>
              <a:t>drink&lt;/dd&gt;</a:t>
            </a:r>
            <a:endParaRPr sz="2000">
              <a:latin typeface="Ebrima"/>
              <a:cs typeface="Ebrima"/>
            </a:endParaRPr>
          </a:p>
          <a:p>
            <a:pPr marL="332740">
              <a:lnSpc>
                <a:spcPct val="100000"/>
              </a:lnSpc>
            </a:pPr>
            <a:r>
              <a:rPr sz="2000" spc="-10" dirty="0">
                <a:latin typeface="Ebrima"/>
                <a:cs typeface="Ebrima"/>
              </a:rPr>
              <a:t>&lt;/dl&gt;</a:t>
            </a:r>
            <a:endParaRPr sz="2000">
              <a:latin typeface="Ebrima"/>
              <a:cs typeface="Ebrima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Clr>
                <a:srgbClr val="DA1F28"/>
              </a:buClr>
              <a:buSzPct val="60000"/>
              <a:buAutoNum type="arabicPeriod"/>
              <a:tabLst>
                <a:tab pos="469265" algn="l"/>
              </a:tabLst>
            </a:pPr>
            <a:r>
              <a:rPr sz="2000" b="1" dirty="0">
                <a:latin typeface="Ebrima"/>
                <a:cs typeface="Ebrima"/>
              </a:rPr>
              <a:t>&lt;dl&gt;</a:t>
            </a:r>
            <a:r>
              <a:rPr sz="2000" b="1" spc="-5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element</a:t>
            </a:r>
            <a:r>
              <a:rPr sz="2000" spc="-2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to</a:t>
            </a:r>
            <a:r>
              <a:rPr sz="2000" spc="-5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define</a:t>
            </a:r>
            <a:r>
              <a:rPr sz="2000" spc="-2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a</a:t>
            </a:r>
            <a:r>
              <a:rPr sz="2000" spc="-4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description</a:t>
            </a:r>
            <a:r>
              <a:rPr sz="2000" spc="-30" dirty="0">
                <a:latin typeface="Ebrima"/>
                <a:cs typeface="Ebrima"/>
              </a:rPr>
              <a:t> </a:t>
            </a:r>
            <a:r>
              <a:rPr sz="2000" spc="-20" dirty="0">
                <a:latin typeface="Ebrima"/>
                <a:cs typeface="Ebrima"/>
              </a:rPr>
              <a:t>list</a:t>
            </a:r>
            <a:endParaRPr sz="2000">
              <a:latin typeface="Ebrima"/>
              <a:cs typeface="Ebrima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000"/>
              <a:buAutoNum type="arabicPeriod"/>
              <a:tabLst>
                <a:tab pos="469265" algn="l"/>
              </a:tabLst>
            </a:pPr>
            <a:r>
              <a:rPr sz="2000" b="1" dirty="0">
                <a:latin typeface="Ebrima"/>
                <a:cs typeface="Ebrima"/>
              </a:rPr>
              <a:t>&lt;dt&gt;</a:t>
            </a:r>
            <a:r>
              <a:rPr sz="2000" b="1" spc="-5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element</a:t>
            </a:r>
            <a:r>
              <a:rPr sz="2000" spc="-2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to</a:t>
            </a:r>
            <a:r>
              <a:rPr sz="2000" spc="-5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define</a:t>
            </a:r>
            <a:r>
              <a:rPr sz="2000" spc="-2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the</a:t>
            </a:r>
            <a:r>
              <a:rPr sz="2000" spc="-3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description</a:t>
            </a:r>
            <a:r>
              <a:rPr sz="2000" spc="-25" dirty="0">
                <a:latin typeface="Ebrima"/>
                <a:cs typeface="Ebrima"/>
              </a:rPr>
              <a:t> </a:t>
            </a:r>
            <a:r>
              <a:rPr sz="2000" spc="-20" dirty="0">
                <a:latin typeface="Ebrima"/>
                <a:cs typeface="Ebrima"/>
              </a:rPr>
              <a:t>term</a:t>
            </a:r>
            <a:endParaRPr sz="2000">
              <a:latin typeface="Ebrima"/>
              <a:cs typeface="Ebrima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000"/>
              <a:buAutoNum type="arabicPeriod"/>
              <a:tabLst>
                <a:tab pos="469265" algn="l"/>
              </a:tabLst>
            </a:pPr>
            <a:r>
              <a:rPr sz="2000" b="1" dirty="0">
                <a:latin typeface="Ebrima"/>
                <a:cs typeface="Ebrima"/>
              </a:rPr>
              <a:t>&lt;dd&gt;</a:t>
            </a:r>
            <a:r>
              <a:rPr sz="2000" b="1" spc="-5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element</a:t>
            </a:r>
            <a:r>
              <a:rPr sz="2000" spc="-2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to</a:t>
            </a:r>
            <a:r>
              <a:rPr sz="2000" spc="-5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describe</a:t>
            </a:r>
            <a:r>
              <a:rPr sz="2000" spc="-3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the</a:t>
            </a:r>
            <a:r>
              <a:rPr sz="2000" spc="-4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term</a:t>
            </a:r>
            <a:r>
              <a:rPr sz="2000" spc="-40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in</a:t>
            </a:r>
            <a:r>
              <a:rPr sz="2000" spc="-4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a</a:t>
            </a:r>
            <a:r>
              <a:rPr sz="2000" spc="-45" dirty="0">
                <a:latin typeface="Ebrima"/>
                <a:cs typeface="Ebrima"/>
              </a:rPr>
              <a:t> </a:t>
            </a:r>
            <a:r>
              <a:rPr sz="2000" dirty="0">
                <a:latin typeface="Ebrima"/>
                <a:cs typeface="Ebrima"/>
              </a:rPr>
              <a:t>description</a:t>
            </a:r>
            <a:r>
              <a:rPr sz="2000" spc="-30" dirty="0">
                <a:latin typeface="Ebrima"/>
                <a:cs typeface="Ebrima"/>
              </a:rPr>
              <a:t> </a:t>
            </a:r>
            <a:r>
              <a:rPr sz="2000" spc="-20" dirty="0">
                <a:latin typeface="Ebrima"/>
                <a:cs typeface="Ebrima"/>
              </a:rPr>
              <a:t>list</a:t>
            </a:r>
            <a:endParaRPr sz="20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876" rIns="0" bIns="0" rtlCol="0">
            <a:spAutoFit/>
          </a:bodyPr>
          <a:lstStyle/>
          <a:p>
            <a:pPr marL="16383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Practice!</a:t>
            </a:r>
            <a:r>
              <a:rPr spc="-35" dirty="0"/>
              <a:t> </a:t>
            </a:r>
            <a:r>
              <a:rPr spc="-400" dirty="0"/>
              <a:t>Practice!</a:t>
            </a:r>
            <a:r>
              <a:rPr spc="-35" dirty="0"/>
              <a:t> </a:t>
            </a:r>
            <a:r>
              <a:rPr spc="-430" dirty="0"/>
              <a:t>Practice!!!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504950"/>
            <a:ext cx="3246120" cy="33322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19150"/>
            <a:ext cx="8153400" cy="43243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05000" y="4938316"/>
            <a:ext cx="476186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M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ehedi Alam</a:t>
            </a:r>
            <a:r>
              <a:rPr sz="14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400" spc="-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spc="-90" dirty="0">
                <a:solidFill>
                  <a:srgbClr val="0000FF"/>
                </a:solidFill>
                <a:latin typeface="Arial MT"/>
                <a:cs typeface="Arial MT"/>
              </a:rPr>
              <a:t>mehedialam806@gmail.com</a:t>
            </a:r>
            <a:r>
              <a:rPr sz="14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lang="en-US" sz="1400" dirty="0">
                <a:solidFill>
                  <a:srgbClr val="464646"/>
                </a:solidFill>
                <a:latin typeface="Arial MT"/>
                <a:cs typeface="Arial MT"/>
              </a:rPr>
              <a:t>- NHRDF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407</Words>
  <Application>Microsoft Office PowerPoint</Application>
  <PresentationFormat>On-screen Show (16:9)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Ebrima</vt:lpstr>
      <vt:lpstr>Times New Roman</vt:lpstr>
      <vt:lpstr>Office Theme</vt:lpstr>
      <vt:lpstr>Welcome to</vt:lpstr>
      <vt:lpstr>AUDIO</vt:lpstr>
      <vt:lpstr>VIDEO</vt:lpstr>
      <vt:lpstr>LIST UL /OL /LI</vt:lpstr>
      <vt:lpstr>LIST UL /OL /LI</vt:lpstr>
      <vt:lpstr>LIST UL /OL /LI</vt:lpstr>
      <vt:lpstr>LIST UL /OL /LI</vt:lpstr>
      <vt:lpstr>Description LIST DL /DT/DD</vt:lpstr>
      <vt:lpstr>Practice! Practice! Practice!!!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Web Design</dc:creator>
  <cp:lastModifiedBy>Turnago 1</cp:lastModifiedBy>
  <cp:revision>24</cp:revision>
  <dcterms:created xsi:type="dcterms:W3CDTF">2025-09-30T15:35:31Z</dcterms:created>
  <dcterms:modified xsi:type="dcterms:W3CDTF">2026-02-15T10:27:04Z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2025-09-30T00:00:00Z</vt:filetime>
  </property>
  <property fmtid="{D5CDD505-2E9C-101B-9397-08002B2CF9AE}" pid="5" name="Producer">
    <vt:lpwstr>Microsoft® PowerPoint® 2013</vt:lpwstr>
  </property>
</Properties>
</file>