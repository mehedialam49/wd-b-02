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1" r:id="rId26"/>
    <p:sldId id="282" r:id="rId27"/>
    <p:sldId id="283" r:id="rId28"/>
    <p:sldId id="284" r:id="rId29"/>
    <p:sldId id="285" r:id="rId30"/>
    <p:sldId id="286" r:id="rId31"/>
    <p:sldId id="287" r:id="rId32"/>
    <p:sldId id="288" r:id="rId33"/>
    <p:sldId id="289" r:id="rId34"/>
    <p:sldId id="290" r:id="rId35"/>
    <p:sldId id="291" r:id="rId36"/>
    <p:sldId id="292" r:id="rId37"/>
    <p:sldId id="293" r:id="rId38"/>
    <p:sldId id="294" r:id="rId39"/>
    <p:sldId id="295" r:id="rId40"/>
    <p:sldId id="296" r:id="rId41"/>
    <p:sldId id="297" r:id="rId42"/>
    <p:sldId id="298" r:id="rId43"/>
    <p:sldId id="299" r:id="rId44"/>
    <p:sldId id="300" r:id="rId45"/>
    <p:sldId id="301" r:id="rId46"/>
    <p:sldId id="302" r:id="rId47"/>
    <p:sldId id="303" r:id="rId48"/>
    <p:sldId id="304" r:id="rId49"/>
    <p:sldId id="305" r:id="rId50"/>
    <p:sldId id="306" r:id="rId51"/>
    <p:sldId id="307" r:id="rId52"/>
    <p:sldId id="308" r:id="rId53"/>
    <p:sldId id="309" r:id="rId54"/>
    <p:sldId id="310" r:id="rId55"/>
    <p:sldId id="311" r:id="rId56"/>
    <p:sldId id="312" r:id="rId57"/>
    <p:sldId id="313" r:id="rId58"/>
    <p:sldId id="314" r:id="rId59"/>
    <p:sldId id="315" r:id="rId60"/>
    <p:sldId id="316" r:id="rId61"/>
    <p:sldId id="317" r:id="rId62"/>
    <p:sldId id="318" r:id="rId63"/>
    <p:sldId id="319" r:id="rId64"/>
    <p:sldId id="475" r:id="rId65"/>
    <p:sldId id="477" r:id="rId66"/>
  </p:sldIdLst>
  <p:sldSz cx="9144000" cy="5143500" type="screen16x9"/>
  <p:notesSz cx="9144000" cy="51435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81" d="100"/>
          <a:sy n="81" d="100"/>
        </p:scale>
        <p:origin x="860" y="56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046480" y="395223"/>
            <a:ext cx="7280275" cy="68211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200" b="1" i="0">
                <a:solidFill>
                  <a:srgbClr val="39629D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481326" y="3200145"/>
            <a:ext cx="4029075" cy="13817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1" i="0" u="sng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05-Feb-26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200" b="1" i="0">
                <a:solidFill>
                  <a:srgbClr val="39629D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800" b="1" i="0" u="sng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05-Feb-26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200" b="1" i="0">
                <a:solidFill>
                  <a:srgbClr val="39629D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05-Feb-26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200" b="1" i="0">
                <a:solidFill>
                  <a:srgbClr val="39629D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05-Feb-26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05-Feb-26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17" name="bg object 17"/>
          <p:cNvSpPr/>
          <p:nvPr/>
        </p:nvSpPr>
        <p:spPr>
          <a:xfrm>
            <a:off x="0" y="1094994"/>
            <a:ext cx="9144000" cy="240029"/>
          </a:xfrm>
          <a:custGeom>
            <a:avLst/>
            <a:gdLst/>
            <a:ahLst/>
            <a:cxnLst/>
            <a:rect l="l" t="t" r="r" b="b"/>
            <a:pathLst>
              <a:path w="9144000" h="240030">
                <a:moveTo>
                  <a:pt x="9144000" y="0"/>
                </a:moveTo>
                <a:lnTo>
                  <a:pt x="0" y="0"/>
                </a:lnTo>
                <a:lnTo>
                  <a:pt x="0" y="240029"/>
                </a:lnTo>
                <a:lnTo>
                  <a:pt x="9144000" y="240029"/>
                </a:lnTo>
                <a:lnTo>
                  <a:pt x="914400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0" y="1129283"/>
            <a:ext cx="533400" cy="171450"/>
          </a:xfrm>
          <a:custGeom>
            <a:avLst/>
            <a:gdLst/>
            <a:ahLst/>
            <a:cxnLst/>
            <a:rect l="l" t="t" r="r" b="b"/>
            <a:pathLst>
              <a:path w="533400" h="171450">
                <a:moveTo>
                  <a:pt x="533400" y="0"/>
                </a:moveTo>
                <a:lnTo>
                  <a:pt x="0" y="0"/>
                </a:lnTo>
                <a:lnTo>
                  <a:pt x="0" y="171450"/>
                </a:lnTo>
                <a:lnTo>
                  <a:pt x="533400" y="171450"/>
                </a:lnTo>
                <a:lnTo>
                  <a:pt x="533400" y="0"/>
                </a:lnTo>
                <a:close/>
              </a:path>
            </a:pathLst>
          </a:custGeom>
          <a:solidFill>
            <a:srgbClr val="DA1F2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g object 19"/>
          <p:cNvSpPr/>
          <p:nvPr/>
        </p:nvSpPr>
        <p:spPr>
          <a:xfrm>
            <a:off x="590550" y="1129283"/>
            <a:ext cx="8553450" cy="171450"/>
          </a:xfrm>
          <a:custGeom>
            <a:avLst/>
            <a:gdLst/>
            <a:ahLst/>
            <a:cxnLst/>
            <a:rect l="l" t="t" r="r" b="b"/>
            <a:pathLst>
              <a:path w="8553450" h="171450">
                <a:moveTo>
                  <a:pt x="8553450" y="0"/>
                </a:moveTo>
                <a:lnTo>
                  <a:pt x="0" y="0"/>
                </a:lnTo>
                <a:lnTo>
                  <a:pt x="0" y="171450"/>
                </a:lnTo>
                <a:lnTo>
                  <a:pt x="8553450" y="171450"/>
                </a:lnTo>
                <a:lnTo>
                  <a:pt x="8553450" y="0"/>
                </a:lnTo>
                <a:close/>
              </a:path>
            </a:pathLst>
          </a:custGeom>
          <a:solidFill>
            <a:srgbClr val="2CA1B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78739" y="-120142"/>
            <a:ext cx="8848090" cy="121208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200" b="1" i="0">
                <a:solidFill>
                  <a:srgbClr val="39629D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-38100" y="1122933"/>
            <a:ext cx="9068053" cy="374751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1" i="0" u="sng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4783455"/>
            <a:ext cx="292608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05-Feb-26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8368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mailto:mehedialam806@gmail.com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jpg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g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g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g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g"/><Relationship Id="rId2" Type="http://schemas.openxmlformats.org/officeDocument/2006/relationships/image" Target="../media/image23.jp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g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g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jpg"/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jp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hyperlink" Target="http://www.w3.org/TR/xhtml11/DTD/xhtml11.dtd" TargetMode="External"/><Relationship Id="rId2" Type="http://schemas.openxmlformats.org/officeDocument/2006/relationships/hyperlink" Target="http://www.w3.org/TR/html4/loose.dtd" TargetMode="Externa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33.png"/><Relationship Id="rId4" Type="http://schemas.openxmlformats.org/officeDocument/2006/relationships/image" Target="../media/image32.jpg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hyperlink" Target="http://www.worldwildlife.org/who/index.html" TargetMode="Externa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4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hyperlink" Target="http://bitm.org.bd/uploads/1416831456.jpg" TargetMode="External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jpg"/><Relationship Id="rId1" Type="http://schemas.openxmlformats.org/officeDocument/2006/relationships/slideLayout" Target="../slideLayouts/slideLayout4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4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jpg"/><Relationship Id="rId1" Type="http://schemas.openxmlformats.org/officeDocument/2006/relationships/slideLayout" Target="../slideLayouts/slideLayout4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4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jpg"/><Relationship Id="rId1" Type="http://schemas.openxmlformats.org/officeDocument/2006/relationships/slideLayout" Target="../slideLayouts/slideLayout4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jpg"/><Relationship Id="rId1" Type="http://schemas.openxmlformats.org/officeDocument/2006/relationships/slideLayout" Target="../slideLayouts/slideLayout4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4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9144000" cy="5143500"/>
            <a:chOff x="0" y="0"/>
            <a:chExt cx="9144000" cy="51435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9144000" cy="5143500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0" y="1094994"/>
              <a:ext cx="9144000" cy="240029"/>
            </a:xfrm>
            <a:custGeom>
              <a:avLst/>
              <a:gdLst/>
              <a:ahLst/>
              <a:cxnLst/>
              <a:rect l="l" t="t" r="r" b="b"/>
              <a:pathLst>
                <a:path w="9144000" h="240030">
                  <a:moveTo>
                    <a:pt x="9144000" y="0"/>
                  </a:moveTo>
                  <a:lnTo>
                    <a:pt x="0" y="0"/>
                  </a:lnTo>
                  <a:lnTo>
                    <a:pt x="0" y="240029"/>
                  </a:lnTo>
                  <a:lnTo>
                    <a:pt x="9144000" y="240029"/>
                  </a:lnTo>
                  <a:lnTo>
                    <a:pt x="91440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0" y="1129283"/>
              <a:ext cx="533400" cy="171450"/>
            </a:xfrm>
            <a:custGeom>
              <a:avLst/>
              <a:gdLst/>
              <a:ahLst/>
              <a:cxnLst/>
              <a:rect l="l" t="t" r="r" b="b"/>
              <a:pathLst>
                <a:path w="533400" h="171450">
                  <a:moveTo>
                    <a:pt x="533400" y="0"/>
                  </a:moveTo>
                  <a:lnTo>
                    <a:pt x="0" y="0"/>
                  </a:lnTo>
                  <a:lnTo>
                    <a:pt x="0" y="171450"/>
                  </a:lnTo>
                  <a:lnTo>
                    <a:pt x="533400" y="171450"/>
                  </a:lnTo>
                  <a:lnTo>
                    <a:pt x="533400" y="0"/>
                  </a:lnTo>
                  <a:close/>
                </a:path>
              </a:pathLst>
            </a:custGeom>
            <a:solidFill>
              <a:srgbClr val="DA1F2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590550" y="1129283"/>
              <a:ext cx="8553450" cy="171450"/>
            </a:xfrm>
            <a:custGeom>
              <a:avLst/>
              <a:gdLst/>
              <a:ahLst/>
              <a:cxnLst/>
              <a:rect l="l" t="t" r="r" b="b"/>
              <a:pathLst>
                <a:path w="8553450" h="171450">
                  <a:moveTo>
                    <a:pt x="8553450" y="0"/>
                  </a:moveTo>
                  <a:lnTo>
                    <a:pt x="0" y="0"/>
                  </a:lnTo>
                  <a:lnTo>
                    <a:pt x="0" y="171450"/>
                  </a:lnTo>
                  <a:lnTo>
                    <a:pt x="8553450" y="171450"/>
                  </a:lnTo>
                  <a:lnTo>
                    <a:pt x="8553450" y="0"/>
                  </a:lnTo>
                  <a:close/>
                </a:path>
              </a:pathLst>
            </a:custGeom>
            <a:solidFill>
              <a:srgbClr val="2CA1B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7" name="object 7"/>
          <p:cNvGrpSpPr/>
          <p:nvPr/>
        </p:nvGrpSpPr>
        <p:grpSpPr>
          <a:xfrm>
            <a:off x="0" y="4478273"/>
            <a:ext cx="9144000" cy="665480"/>
            <a:chOff x="0" y="4478273"/>
            <a:chExt cx="9144000" cy="665480"/>
          </a:xfrm>
        </p:grpSpPr>
        <p:sp>
          <p:nvSpPr>
            <p:cNvPr id="8" name="object 8"/>
            <p:cNvSpPr/>
            <p:nvPr/>
          </p:nvSpPr>
          <p:spPr>
            <a:xfrm>
              <a:off x="0" y="4478273"/>
              <a:ext cx="9144000" cy="665480"/>
            </a:xfrm>
            <a:custGeom>
              <a:avLst/>
              <a:gdLst/>
              <a:ahLst/>
              <a:cxnLst/>
              <a:rect l="l" t="t" r="r" b="b"/>
              <a:pathLst>
                <a:path w="9144000" h="665479">
                  <a:moveTo>
                    <a:pt x="9144000" y="0"/>
                  </a:moveTo>
                  <a:lnTo>
                    <a:pt x="0" y="0"/>
                  </a:lnTo>
                  <a:lnTo>
                    <a:pt x="0" y="665226"/>
                  </a:lnTo>
                  <a:lnTo>
                    <a:pt x="9144000" y="665226"/>
                  </a:lnTo>
                  <a:lnTo>
                    <a:pt x="91440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0" y="4539995"/>
              <a:ext cx="2240280" cy="535305"/>
            </a:xfrm>
            <a:custGeom>
              <a:avLst/>
              <a:gdLst/>
              <a:ahLst/>
              <a:cxnLst/>
              <a:rect l="l" t="t" r="r" b="b"/>
              <a:pathLst>
                <a:path w="2240280" h="535304">
                  <a:moveTo>
                    <a:pt x="2240280" y="0"/>
                  </a:moveTo>
                  <a:lnTo>
                    <a:pt x="0" y="0"/>
                  </a:lnTo>
                  <a:lnTo>
                    <a:pt x="0" y="534923"/>
                  </a:lnTo>
                  <a:lnTo>
                    <a:pt x="2240280" y="534923"/>
                  </a:lnTo>
                  <a:lnTo>
                    <a:pt x="2240280" y="0"/>
                  </a:lnTo>
                  <a:close/>
                </a:path>
              </a:pathLst>
            </a:custGeom>
            <a:solidFill>
              <a:srgbClr val="DA1F2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2359151" y="4533137"/>
              <a:ext cx="6784975" cy="535305"/>
            </a:xfrm>
            <a:custGeom>
              <a:avLst/>
              <a:gdLst/>
              <a:ahLst/>
              <a:cxnLst/>
              <a:rect l="l" t="t" r="r" b="b"/>
              <a:pathLst>
                <a:path w="6784975" h="535304">
                  <a:moveTo>
                    <a:pt x="6784848" y="0"/>
                  </a:moveTo>
                  <a:lnTo>
                    <a:pt x="0" y="0"/>
                  </a:lnTo>
                  <a:lnTo>
                    <a:pt x="0" y="534924"/>
                  </a:lnTo>
                  <a:lnTo>
                    <a:pt x="6784848" y="534924"/>
                  </a:lnTo>
                  <a:lnTo>
                    <a:pt x="6784848" y="0"/>
                  </a:lnTo>
                  <a:close/>
                </a:path>
              </a:pathLst>
            </a:custGeom>
            <a:solidFill>
              <a:srgbClr val="2CA1B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4038600" y="4538217"/>
            <a:ext cx="3192907" cy="44371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2800" spc="-55" dirty="0">
                <a:solidFill>
                  <a:srgbClr val="FFFFFF"/>
                </a:solidFill>
                <a:latin typeface="Arial MT"/>
                <a:cs typeface="Arial MT"/>
              </a:rPr>
              <a:t>Saturday</a:t>
            </a:r>
            <a:r>
              <a:rPr sz="2800" spc="-5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800" dirty="0">
                <a:solidFill>
                  <a:srgbClr val="FFFFFF"/>
                </a:solidFill>
                <a:latin typeface="Arial MT"/>
                <a:cs typeface="Arial MT"/>
              </a:rPr>
              <a:t>-</a:t>
            </a:r>
            <a:r>
              <a:rPr sz="2800" spc="-10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800" spc="-10" dirty="0">
                <a:solidFill>
                  <a:srgbClr val="FFFFFF"/>
                </a:solidFill>
                <a:latin typeface="Arial MT"/>
                <a:cs typeface="Arial MT"/>
              </a:rPr>
              <a:t>Thursday</a:t>
            </a:r>
            <a:endParaRPr sz="2800" dirty="0">
              <a:latin typeface="Arial MT"/>
              <a:cs typeface="Arial MT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304800" y="1518919"/>
            <a:ext cx="8458200" cy="253146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sz="5400" b="1" dirty="0">
                <a:solidFill>
                  <a:srgbClr val="39629D"/>
                </a:solidFill>
                <a:latin typeface="Arial"/>
                <a:cs typeface="Arial"/>
              </a:rPr>
              <a:t>WEB </a:t>
            </a:r>
            <a:r>
              <a:rPr sz="5400" b="1" spc="-10" dirty="0">
                <a:solidFill>
                  <a:srgbClr val="39629D"/>
                </a:solidFill>
                <a:latin typeface="Arial"/>
                <a:cs typeface="Arial"/>
              </a:rPr>
              <a:t>DESIGN</a:t>
            </a:r>
            <a:r>
              <a:rPr lang="en-US" sz="5400" b="1" spc="-10" dirty="0">
                <a:solidFill>
                  <a:srgbClr val="39629D"/>
                </a:solidFill>
                <a:latin typeface="Arial"/>
                <a:cs typeface="Arial"/>
              </a:rPr>
              <a:t> </a:t>
            </a:r>
          </a:p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lang="en-US" sz="5400" b="1" spc="-10" dirty="0">
                <a:solidFill>
                  <a:srgbClr val="39629D"/>
                </a:solidFill>
                <a:latin typeface="Arial"/>
                <a:cs typeface="Arial"/>
              </a:rPr>
              <a:t>AND </a:t>
            </a:r>
          </a:p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lang="en-US" sz="5400" b="1" spc="-10" dirty="0">
                <a:solidFill>
                  <a:srgbClr val="39629D"/>
                </a:solidFill>
                <a:latin typeface="Arial"/>
                <a:cs typeface="Arial"/>
              </a:rPr>
              <a:t>DEVELOPMENT </a:t>
            </a:r>
            <a:endParaRPr sz="5400" dirty="0">
              <a:latin typeface="Arial"/>
              <a:cs typeface="Arial"/>
            </a:endParaRPr>
          </a:p>
        </p:txBody>
      </p:sp>
      <p:sp>
        <p:nvSpPr>
          <p:cNvPr id="13" name="object 13"/>
          <p:cNvSpPr txBox="1">
            <a:spLocks noGrp="1"/>
          </p:cNvSpPr>
          <p:nvPr>
            <p:ph type="ctrTitle"/>
          </p:nvPr>
        </p:nvSpPr>
        <p:spPr>
          <a:xfrm>
            <a:off x="1046480" y="395223"/>
            <a:ext cx="7280275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968375" algn="ctr">
              <a:lnSpc>
                <a:spcPct val="100000"/>
              </a:lnSpc>
              <a:spcBef>
                <a:spcPts val="100"/>
              </a:spcBef>
            </a:pPr>
            <a:r>
              <a:rPr sz="3600" b="0" dirty="0">
                <a:latin typeface="Arial MT"/>
                <a:cs typeface="Arial MT"/>
              </a:rPr>
              <a:t>Welcome</a:t>
            </a:r>
            <a:r>
              <a:rPr sz="3600" b="0" spc="-45" dirty="0">
                <a:latin typeface="Arial MT"/>
                <a:cs typeface="Arial MT"/>
              </a:rPr>
              <a:t> </a:t>
            </a:r>
            <a:r>
              <a:rPr sz="3600" b="0" dirty="0">
                <a:latin typeface="Arial MT"/>
                <a:cs typeface="Arial MT"/>
              </a:rPr>
              <a:t>to</a:t>
            </a:r>
            <a:endParaRPr sz="3600" dirty="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544068" rIns="0" bIns="0" rtlCol="0">
            <a:spAutoFit/>
          </a:bodyPr>
          <a:lstStyle/>
          <a:p>
            <a:pPr marL="4044315">
              <a:lnSpc>
                <a:spcPct val="100000"/>
              </a:lnSpc>
              <a:spcBef>
                <a:spcPts val="100"/>
              </a:spcBef>
            </a:pPr>
            <a:r>
              <a:rPr spc="-20" dirty="0"/>
              <a:t>I’AM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3400" y="1428750"/>
            <a:ext cx="8229600" cy="274780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758314" marR="415290" indent="-1334770" algn="ctr">
              <a:lnSpc>
                <a:spcPct val="120200"/>
              </a:lnSpc>
              <a:spcBef>
                <a:spcPts val="95"/>
              </a:spcBef>
            </a:pPr>
            <a:r>
              <a:rPr lang="en-US" sz="2900" dirty="0">
                <a:latin typeface="Arial MT"/>
                <a:cs typeface="Arial MT"/>
              </a:rPr>
              <a:t>Mehedi Alam</a:t>
            </a:r>
          </a:p>
          <a:p>
            <a:pPr marL="1758314" marR="415290" indent="-1334770" algn="ctr">
              <a:lnSpc>
                <a:spcPct val="120200"/>
              </a:lnSpc>
              <a:spcBef>
                <a:spcPts val="95"/>
              </a:spcBef>
            </a:pPr>
            <a:r>
              <a:rPr lang="en-US" sz="2900" spc="-10" dirty="0">
                <a:latin typeface="Arial MT"/>
                <a:cs typeface="Arial MT"/>
              </a:rPr>
              <a:t> </a:t>
            </a:r>
            <a:r>
              <a:rPr sz="2900" spc="-10" dirty="0">
                <a:latin typeface="Arial MT"/>
                <a:cs typeface="Arial MT"/>
              </a:rPr>
              <a:t>Trainer</a:t>
            </a:r>
            <a:r>
              <a:rPr lang="en-US" sz="2900" dirty="0">
                <a:latin typeface="Arial MT"/>
                <a:cs typeface="Arial MT"/>
              </a:rPr>
              <a:t> </a:t>
            </a:r>
            <a:r>
              <a:rPr lang="en-US" sz="2900" spc="-25" dirty="0">
                <a:latin typeface="Arial MT"/>
                <a:cs typeface="Arial MT"/>
              </a:rPr>
              <a:t>o</a:t>
            </a:r>
            <a:r>
              <a:rPr sz="2900" spc="-25" dirty="0">
                <a:latin typeface="Arial MT"/>
                <a:cs typeface="Arial MT"/>
              </a:rPr>
              <a:t>f </a:t>
            </a:r>
            <a:endParaRPr lang="en-US" sz="2900" spc="-25" dirty="0">
              <a:latin typeface="Arial MT"/>
              <a:cs typeface="Arial MT"/>
            </a:endParaRPr>
          </a:p>
          <a:p>
            <a:pPr marL="1097915" marR="1090295" indent="994410" algn="ctr">
              <a:lnSpc>
                <a:spcPts val="4180"/>
              </a:lnSpc>
              <a:spcBef>
                <a:spcPts val="254"/>
              </a:spcBef>
            </a:pPr>
            <a:r>
              <a:rPr lang="en-US" sz="2900" spc="-25" dirty="0">
                <a:latin typeface="Arial MT"/>
                <a:cs typeface="Arial MT"/>
              </a:rPr>
              <a:t>Web Design and Development</a:t>
            </a:r>
            <a:r>
              <a:rPr sz="2900" spc="-20" dirty="0">
                <a:latin typeface="Arial MT"/>
                <a:cs typeface="Arial MT"/>
              </a:rPr>
              <a:t> 01</a:t>
            </a:r>
            <a:r>
              <a:rPr lang="en-US" sz="2900" spc="-20" dirty="0">
                <a:latin typeface="Arial MT"/>
                <a:cs typeface="Arial MT"/>
              </a:rPr>
              <a:t>772050842</a:t>
            </a:r>
            <a:endParaRPr sz="2900" dirty="0">
              <a:latin typeface="Arial MT"/>
              <a:cs typeface="Arial MT"/>
            </a:endParaRPr>
          </a:p>
          <a:p>
            <a:pPr marL="12700" algn="ctr">
              <a:lnSpc>
                <a:spcPct val="100000"/>
              </a:lnSpc>
              <a:spcBef>
                <a:spcPts val="445"/>
              </a:spcBef>
            </a:pPr>
            <a:r>
              <a:rPr lang="en-US" sz="2900" spc="-10" dirty="0">
                <a:latin typeface="Arial MT"/>
                <a:cs typeface="Arial MT"/>
                <a:hlinkClick r:id="rId2"/>
              </a:rPr>
              <a:t>mehedialam806</a:t>
            </a:r>
            <a:r>
              <a:rPr sz="2900" spc="-10" dirty="0">
                <a:latin typeface="Arial MT"/>
                <a:cs typeface="Arial MT"/>
                <a:hlinkClick r:id="rId2"/>
              </a:rPr>
              <a:t>@gmail.com</a:t>
            </a:r>
            <a:endParaRPr sz="2900" dirty="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828800" y="1352548"/>
            <a:ext cx="5547359" cy="379095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512191" rIns="0" bIns="0" rtlCol="0">
            <a:spAutoFit/>
          </a:bodyPr>
          <a:lstStyle/>
          <a:p>
            <a:pPr marL="3192780">
              <a:lnSpc>
                <a:spcPct val="100000"/>
              </a:lnSpc>
              <a:spcBef>
                <a:spcPts val="95"/>
              </a:spcBef>
            </a:pPr>
            <a:r>
              <a:rPr sz="4400" dirty="0"/>
              <a:t>Class</a:t>
            </a:r>
            <a:r>
              <a:rPr sz="4400" spc="-105" dirty="0"/>
              <a:t> </a:t>
            </a:r>
            <a:r>
              <a:rPr sz="4400" spc="-20" dirty="0"/>
              <a:t>Plan</a:t>
            </a:r>
            <a:endParaRPr sz="4400" dirty="0"/>
          </a:p>
        </p:txBody>
      </p:sp>
      <p:sp>
        <p:nvSpPr>
          <p:cNvPr id="3" name="object 3"/>
          <p:cNvSpPr txBox="1"/>
          <p:nvPr/>
        </p:nvSpPr>
        <p:spPr>
          <a:xfrm>
            <a:off x="1907794" y="1286768"/>
            <a:ext cx="4448810" cy="3484879"/>
          </a:xfrm>
          <a:prstGeom prst="rect">
            <a:avLst/>
          </a:prstGeom>
        </p:spPr>
        <p:txBody>
          <a:bodyPr vert="horz" wrap="square" lIns="0" tIns="100330" rIns="0" bIns="0" rtlCol="0">
            <a:spAutoFit/>
          </a:bodyPr>
          <a:lstStyle/>
          <a:p>
            <a:pPr marL="526415" indent="-513715">
              <a:lnSpc>
                <a:spcPct val="100000"/>
              </a:lnSpc>
              <a:spcBef>
                <a:spcPts val="790"/>
              </a:spcBef>
              <a:buClr>
                <a:srgbClr val="DA1F28"/>
              </a:buClr>
              <a:buSzPct val="59375"/>
              <a:buAutoNum type="arabicPeriod"/>
              <a:tabLst>
                <a:tab pos="526415" algn="l"/>
              </a:tabLst>
            </a:pPr>
            <a:r>
              <a:rPr sz="3200" spc="-20" dirty="0">
                <a:solidFill>
                  <a:srgbClr val="1D304E"/>
                </a:solidFill>
                <a:latin typeface="Arial MT"/>
                <a:cs typeface="Arial MT"/>
              </a:rPr>
              <a:t>HTML</a:t>
            </a:r>
            <a:endParaRPr sz="3200" dirty="0">
              <a:latin typeface="Arial MT"/>
              <a:cs typeface="Arial MT"/>
            </a:endParaRPr>
          </a:p>
          <a:p>
            <a:pPr marL="526415" indent="-513715">
              <a:lnSpc>
                <a:spcPct val="100000"/>
              </a:lnSpc>
              <a:spcBef>
                <a:spcPts val="700"/>
              </a:spcBef>
              <a:buClr>
                <a:srgbClr val="DA1F28"/>
              </a:buClr>
              <a:buSzPct val="59375"/>
              <a:buAutoNum type="arabicPeriod"/>
              <a:tabLst>
                <a:tab pos="526415" algn="l"/>
              </a:tabLst>
            </a:pPr>
            <a:r>
              <a:rPr sz="3200" spc="-25" dirty="0">
                <a:solidFill>
                  <a:srgbClr val="1D304E"/>
                </a:solidFill>
                <a:latin typeface="Arial MT"/>
                <a:cs typeface="Arial MT"/>
              </a:rPr>
              <a:t>CSS</a:t>
            </a:r>
            <a:endParaRPr sz="3200" dirty="0">
              <a:latin typeface="Arial MT"/>
              <a:cs typeface="Arial MT"/>
            </a:endParaRPr>
          </a:p>
          <a:p>
            <a:pPr marL="526415" indent="-513715">
              <a:lnSpc>
                <a:spcPct val="100000"/>
              </a:lnSpc>
              <a:spcBef>
                <a:spcPts val="700"/>
              </a:spcBef>
              <a:buClr>
                <a:srgbClr val="DA1F28"/>
              </a:buClr>
              <a:buSzPct val="59375"/>
              <a:buAutoNum type="arabicPeriod"/>
              <a:tabLst>
                <a:tab pos="526415" algn="l"/>
              </a:tabLst>
            </a:pPr>
            <a:r>
              <a:rPr sz="3200" dirty="0">
                <a:solidFill>
                  <a:srgbClr val="1D304E"/>
                </a:solidFill>
                <a:latin typeface="Arial MT"/>
                <a:cs typeface="Arial MT"/>
              </a:rPr>
              <a:t>Java</a:t>
            </a:r>
            <a:r>
              <a:rPr sz="3200" spc="-15" dirty="0">
                <a:solidFill>
                  <a:srgbClr val="1D304E"/>
                </a:solidFill>
                <a:latin typeface="Arial MT"/>
                <a:cs typeface="Arial MT"/>
              </a:rPr>
              <a:t> </a:t>
            </a:r>
            <a:r>
              <a:rPr sz="3200" dirty="0">
                <a:solidFill>
                  <a:srgbClr val="1D304E"/>
                </a:solidFill>
                <a:latin typeface="Arial MT"/>
                <a:cs typeface="Arial MT"/>
              </a:rPr>
              <a:t>Script</a:t>
            </a:r>
            <a:r>
              <a:rPr sz="3200" spc="-20" dirty="0">
                <a:solidFill>
                  <a:srgbClr val="1D304E"/>
                </a:solidFill>
                <a:latin typeface="Arial MT"/>
                <a:cs typeface="Arial MT"/>
              </a:rPr>
              <a:t> </a:t>
            </a:r>
            <a:endParaRPr sz="2200" dirty="0">
              <a:latin typeface="Arial MT"/>
              <a:cs typeface="Arial MT"/>
            </a:endParaRPr>
          </a:p>
          <a:p>
            <a:pPr marL="526415" indent="-513715">
              <a:lnSpc>
                <a:spcPct val="100000"/>
              </a:lnSpc>
              <a:spcBef>
                <a:spcPts val="705"/>
              </a:spcBef>
              <a:buClr>
                <a:srgbClr val="DA1F28"/>
              </a:buClr>
              <a:buSzPct val="59375"/>
              <a:buAutoNum type="arabicPeriod"/>
              <a:tabLst>
                <a:tab pos="526415" algn="l"/>
              </a:tabLst>
            </a:pPr>
            <a:r>
              <a:rPr sz="3200" dirty="0">
                <a:solidFill>
                  <a:srgbClr val="1D304E"/>
                </a:solidFill>
                <a:latin typeface="Arial MT"/>
                <a:cs typeface="Arial MT"/>
              </a:rPr>
              <a:t>CSS</a:t>
            </a:r>
            <a:r>
              <a:rPr sz="3200" spc="-65" dirty="0">
                <a:solidFill>
                  <a:srgbClr val="1D304E"/>
                </a:solidFill>
                <a:latin typeface="Arial MT"/>
                <a:cs typeface="Arial MT"/>
              </a:rPr>
              <a:t> </a:t>
            </a:r>
            <a:r>
              <a:rPr sz="3200" spc="-10" dirty="0">
                <a:solidFill>
                  <a:srgbClr val="1D304E"/>
                </a:solidFill>
                <a:latin typeface="Arial MT"/>
                <a:cs typeface="Arial MT"/>
              </a:rPr>
              <a:t>Framework</a:t>
            </a:r>
            <a:endParaRPr sz="3200" dirty="0">
              <a:latin typeface="Arial MT"/>
              <a:cs typeface="Arial MT"/>
            </a:endParaRPr>
          </a:p>
          <a:p>
            <a:pPr marL="526415" indent="-513715">
              <a:lnSpc>
                <a:spcPct val="100000"/>
              </a:lnSpc>
              <a:spcBef>
                <a:spcPts val="695"/>
              </a:spcBef>
              <a:buClr>
                <a:srgbClr val="DA1F28"/>
              </a:buClr>
              <a:buSzPct val="59375"/>
              <a:buAutoNum type="arabicPeriod"/>
              <a:tabLst>
                <a:tab pos="526415" algn="l"/>
              </a:tabLst>
            </a:pPr>
            <a:r>
              <a:rPr sz="3200" dirty="0">
                <a:solidFill>
                  <a:srgbClr val="1D304E"/>
                </a:solidFill>
                <a:latin typeface="Arial MT"/>
                <a:cs typeface="Arial MT"/>
              </a:rPr>
              <a:t>UI/UX</a:t>
            </a:r>
            <a:r>
              <a:rPr sz="3200" spc="-50" dirty="0">
                <a:solidFill>
                  <a:srgbClr val="1D304E"/>
                </a:solidFill>
                <a:latin typeface="Arial MT"/>
                <a:cs typeface="Arial MT"/>
              </a:rPr>
              <a:t> </a:t>
            </a:r>
            <a:r>
              <a:rPr sz="3200" dirty="0">
                <a:solidFill>
                  <a:srgbClr val="1D304E"/>
                </a:solidFill>
                <a:latin typeface="Arial MT"/>
                <a:cs typeface="Arial MT"/>
              </a:rPr>
              <a:t>to</a:t>
            </a:r>
            <a:r>
              <a:rPr sz="3200" spc="-45" dirty="0">
                <a:solidFill>
                  <a:srgbClr val="1D304E"/>
                </a:solidFill>
                <a:latin typeface="Arial MT"/>
                <a:cs typeface="Arial MT"/>
              </a:rPr>
              <a:t> </a:t>
            </a:r>
            <a:r>
              <a:rPr sz="3200" spc="-25" dirty="0">
                <a:solidFill>
                  <a:srgbClr val="1D304E"/>
                </a:solidFill>
                <a:latin typeface="Arial MT"/>
                <a:cs typeface="Arial MT"/>
              </a:rPr>
              <a:t>Web</a:t>
            </a:r>
            <a:endParaRPr sz="3200" dirty="0">
              <a:latin typeface="Arial MT"/>
              <a:cs typeface="Arial MT"/>
            </a:endParaRPr>
          </a:p>
          <a:p>
            <a:pPr marL="526415" indent="-513715">
              <a:lnSpc>
                <a:spcPct val="100000"/>
              </a:lnSpc>
              <a:spcBef>
                <a:spcPts val="705"/>
              </a:spcBef>
              <a:buClr>
                <a:srgbClr val="DA1F28"/>
              </a:buClr>
              <a:buSzPct val="59375"/>
              <a:buAutoNum type="arabicPeriod"/>
              <a:tabLst>
                <a:tab pos="526415" algn="l"/>
              </a:tabLst>
            </a:pPr>
            <a:r>
              <a:rPr sz="3200" dirty="0">
                <a:solidFill>
                  <a:srgbClr val="1D304E"/>
                </a:solidFill>
                <a:latin typeface="Arial MT"/>
                <a:cs typeface="Arial MT"/>
              </a:rPr>
              <a:t>Final</a:t>
            </a:r>
            <a:r>
              <a:rPr sz="3200" spc="-25" dirty="0">
                <a:solidFill>
                  <a:srgbClr val="1D304E"/>
                </a:solidFill>
                <a:latin typeface="Arial MT"/>
                <a:cs typeface="Arial MT"/>
              </a:rPr>
              <a:t> </a:t>
            </a:r>
            <a:r>
              <a:rPr sz="3200" spc="-10" dirty="0">
                <a:solidFill>
                  <a:srgbClr val="1D304E"/>
                </a:solidFill>
                <a:latin typeface="Arial MT"/>
                <a:cs typeface="Arial MT"/>
              </a:rPr>
              <a:t>Project</a:t>
            </a:r>
            <a:endParaRPr sz="3200" dirty="0">
              <a:latin typeface="Arial MT"/>
              <a:cs typeface="Arial MT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04800" y="1581150"/>
            <a:ext cx="1371600" cy="1371600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57200" y="3409950"/>
            <a:ext cx="972312" cy="1371600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096000" y="3489197"/>
            <a:ext cx="2800350" cy="1292352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6629400" y="1589532"/>
            <a:ext cx="1524000" cy="1524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574547" rIns="0" bIns="0" rtlCol="0">
            <a:spAutoFit/>
          </a:bodyPr>
          <a:lstStyle/>
          <a:p>
            <a:pPr marL="2338070">
              <a:lnSpc>
                <a:spcPct val="100000"/>
              </a:lnSpc>
              <a:spcBef>
                <a:spcPts val="100"/>
              </a:spcBef>
            </a:pPr>
            <a:r>
              <a:rPr sz="4000" dirty="0"/>
              <a:t>Reference </a:t>
            </a:r>
            <a:r>
              <a:rPr sz="4000" spc="-10" dirty="0"/>
              <a:t>Website</a:t>
            </a:r>
            <a:endParaRPr sz="4000"/>
          </a:p>
        </p:txBody>
      </p:sp>
      <p:sp>
        <p:nvSpPr>
          <p:cNvPr id="3" name="object 3"/>
          <p:cNvSpPr txBox="1"/>
          <p:nvPr/>
        </p:nvSpPr>
        <p:spPr>
          <a:xfrm>
            <a:off x="1907794" y="1286768"/>
            <a:ext cx="5006340" cy="2898140"/>
          </a:xfrm>
          <a:prstGeom prst="rect">
            <a:avLst/>
          </a:prstGeom>
        </p:spPr>
        <p:txBody>
          <a:bodyPr vert="horz" wrap="square" lIns="0" tIns="100330" rIns="0" bIns="0" rtlCol="0">
            <a:spAutoFit/>
          </a:bodyPr>
          <a:lstStyle/>
          <a:p>
            <a:pPr marL="526415" indent="-513715">
              <a:lnSpc>
                <a:spcPct val="100000"/>
              </a:lnSpc>
              <a:spcBef>
                <a:spcPts val="790"/>
              </a:spcBef>
              <a:buClr>
                <a:srgbClr val="DA1F28"/>
              </a:buClr>
              <a:buSzPct val="59375"/>
              <a:buAutoNum type="arabicPeriod"/>
              <a:tabLst>
                <a:tab pos="526415" algn="l"/>
              </a:tabLst>
            </a:pPr>
            <a:r>
              <a:rPr sz="3200" spc="-10" dirty="0">
                <a:solidFill>
                  <a:srgbClr val="1D304E"/>
                </a:solidFill>
                <a:latin typeface="Arial MT"/>
                <a:cs typeface="Arial MT"/>
              </a:rPr>
              <a:t>https://w3schools.com/</a:t>
            </a:r>
            <a:endParaRPr sz="3200">
              <a:latin typeface="Arial MT"/>
              <a:cs typeface="Arial MT"/>
            </a:endParaRPr>
          </a:p>
          <a:p>
            <a:pPr marL="526415" indent="-513715">
              <a:lnSpc>
                <a:spcPct val="100000"/>
              </a:lnSpc>
              <a:spcBef>
                <a:spcPts val="700"/>
              </a:spcBef>
              <a:buClr>
                <a:srgbClr val="DA1F28"/>
              </a:buClr>
              <a:buSzPct val="59375"/>
              <a:buAutoNum type="arabicPeriod"/>
              <a:tabLst>
                <a:tab pos="526415" algn="l"/>
              </a:tabLst>
            </a:pPr>
            <a:r>
              <a:rPr sz="3200" spc="-10" dirty="0">
                <a:solidFill>
                  <a:srgbClr val="1D304E"/>
                </a:solidFill>
                <a:latin typeface="Arial MT"/>
                <a:cs typeface="Arial MT"/>
              </a:rPr>
              <a:t>https://webcoachbd.com</a:t>
            </a:r>
            <a:endParaRPr sz="3200">
              <a:latin typeface="Arial MT"/>
              <a:cs typeface="Arial MT"/>
            </a:endParaRPr>
          </a:p>
          <a:p>
            <a:pPr marL="526415" indent="-513715">
              <a:lnSpc>
                <a:spcPct val="100000"/>
              </a:lnSpc>
              <a:spcBef>
                <a:spcPts val="700"/>
              </a:spcBef>
              <a:buClr>
                <a:srgbClr val="DA1F28"/>
              </a:buClr>
              <a:buSzPct val="59375"/>
              <a:buAutoNum type="arabicPeriod"/>
              <a:tabLst>
                <a:tab pos="526415" algn="l"/>
              </a:tabLst>
            </a:pPr>
            <a:r>
              <a:rPr sz="3200" spc="-10" dirty="0">
                <a:solidFill>
                  <a:srgbClr val="1D304E"/>
                </a:solidFill>
                <a:latin typeface="Arial MT"/>
                <a:cs typeface="Arial MT"/>
              </a:rPr>
              <a:t>https://getbootstrap.com/</a:t>
            </a:r>
            <a:endParaRPr sz="3200">
              <a:latin typeface="Arial MT"/>
              <a:cs typeface="Arial MT"/>
            </a:endParaRPr>
          </a:p>
          <a:p>
            <a:pPr marL="526415" indent="-513715">
              <a:lnSpc>
                <a:spcPct val="100000"/>
              </a:lnSpc>
              <a:spcBef>
                <a:spcPts val="705"/>
              </a:spcBef>
              <a:buClr>
                <a:srgbClr val="DA1F28"/>
              </a:buClr>
              <a:buSzPct val="59375"/>
              <a:buAutoNum type="arabicPeriod"/>
              <a:tabLst>
                <a:tab pos="526415" algn="l"/>
              </a:tabLst>
            </a:pPr>
            <a:r>
              <a:rPr sz="3200" spc="-10" dirty="0">
                <a:solidFill>
                  <a:srgbClr val="1D304E"/>
                </a:solidFill>
                <a:latin typeface="Arial MT"/>
                <a:cs typeface="Arial MT"/>
              </a:rPr>
              <a:t>https://youtube.com/</a:t>
            </a:r>
            <a:endParaRPr sz="3200">
              <a:latin typeface="Arial MT"/>
              <a:cs typeface="Arial MT"/>
            </a:endParaRPr>
          </a:p>
          <a:p>
            <a:pPr marL="526415" indent="-513715">
              <a:lnSpc>
                <a:spcPct val="100000"/>
              </a:lnSpc>
              <a:spcBef>
                <a:spcPts val="625"/>
              </a:spcBef>
              <a:buClr>
                <a:srgbClr val="DA1F28"/>
              </a:buClr>
              <a:buSzPct val="59375"/>
              <a:buAutoNum type="arabicPeriod"/>
              <a:tabLst>
                <a:tab pos="526415" algn="l"/>
              </a:tabLst>
            </a:pPr>
            <a:r>
              <a:rPr sz="3200" spc="-10" dirty="0">
                <a:solidFill>
                  <a:srgbClr val="1D304E"/>
                </a:solidFill>
                <a:latin typeface="Arial MT"/>
                <a:cs typeface="Arial MT"/>
              </a:rPr>
              <a:t>https://google.com/</a:t>
            </a:r>
            <a:endParaRPr sz="3200">
              <a:latin typeface="Arial MT"/>
              <a:cs typeface="Arial MT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04800" y="1581150"/>
            <a:ext cx="1371600" cy="1371600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57200" y="3409950"/>
            <a:ext cx="972312" cy="1371600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715000" y="2876550"/>
            <a:ext cx="3257550" cy="1503426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637032" rIns="0" bIns="0" rtlCol="0">
            <a:spAutoFit/>
          </a:bodyPr>
          <a:lstStyle/>
          <a:p>
            <a:pPr marL="1147445">
              <a:lnSpc>
                <a:spcPct val="100000"/>
              </a:lnSpc>
              <a:spcBef>
                <a:spcPts val="100"/>
              </a:spcBef>
            </a:pPr>
            <a:r>
              <a:rPr sz="3600" dirty="0"/>
              <a:t>Essential</a:t>
            </a:r>
            <a:r>
              <a:rPr sz="3600" spc="-114" dirty="0"/>
              <a:t> </a:t>
            </a:r>
            <a:r>
              <a:rPr sz="3600" spc="-20" dirty="0"/>
              <a:t>Tools</a:t>
            </a:r>
            <a:r>
              <a:rPr sz="3600" spc="-95" dirty="0"/>
              <a:t> </a:t>
            </a:r>
            <a:r>
              <a:rPr sz="3600" dirty="0"/>
              <a:t>For</a:t>
            </a:r>
            <a:r>
              <a:rPr sz="3600" spc="-90" dirty="0"/>
              <a:t> </a:t>
            </a:r>
            <a:r>
              <a:rPr sz="3600" dirty="0"/>
              <a:t>Web</a:t>
            </a:r>
            <a:r>
              <a:rPr sz="3600" spc="-95" dirty="0"/>
              <a:t> </a:t>
            </a:r>
            <a:r>
              <a:rPr sz="3600" spc="-10" dirty="0"/>
              <a:t>Design</a:t>
            </a:r>
            <a:endParaRPr sz="3600"/>
          </a:p>
        </p:txBody>
      </p:sp>
      <p:sp>
        <p:nvSpPr>
          <p:cNvPr id="3" name="object 3"/>
          <p:cNvSpPr txBox="1"/>
          <p:nvPr/>
        </p:nvSpPr>
        <p:spPr>
          <a:xfrm>
            <a:off x="231140" y="1396758"/>
            <a:ext cx="8696325" cy="2916555"/>
          </a:xfrm>
          <a:prstGeom prst="rect">
            <a:avLst/>
          </a:prstGeom>
        </p:spPr>
        <p:txBody>
          <a:bodyPr vert="horz" wrap="square" lIns="0" tIns="977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70"/>
              </a:spcBef>
            </a:pPr>
            <a:r>
              <a:rPr sz="2900" b="1" dirty="0">
                <a:solidFill>
                  <a:srgbClr val="35385A"/>
                </a:solidFill>
                <a:latin typeface="Arial"/>
                <a:cs typeface="Arial"/>
              </a:rPr>
              <a:t>Editor/IDE</a:t>
            </a:r>
            <a:r>
              <a:rPr sz="2900" b="1" spc="-110" dirty="0">
                <a:solidFill>
                  <a:srgbClr val="35385A"/>
                </a:solidFill>
                <a:latin typeface="Arial"/>
                <a:cs typeface="Arial"/>
              </a:rPr>
              <a:t> </a:t>
            </a:r>
            <a:r>
              <a:rPr sz="2900" b="1" dirty="0">
                <a:solidFill>
                  <a:srgbClr val="35385A"/>
                </a:solidFill>
                <a:latin typeface="Arial"/>
                <a:cs typeface="Arial"/>
              </a:rPr>
              <a:t>[Integrated</a:t>
            </a:r>
            <a:r>
              <a:rPr sz="2900" b="1" spc="-105" dirty="0">
                <a:solidFill>
                  <a:srgbClr val="35385A"/>
                </a:solidFill>
                <a:latin typeface="Arial"/>
                <a:cs typeface="Arial"/>
              </a:rPr>
              <a:t> </a:t>
            </a:r>
            <a:r>
              <a:rPr sz="2900" b="1" dirty="0">
                <a:solidFill>
                  <a:srgbClr val="35385A"/>
                </a:solidFill>
                <a:latin typeface="Arial"/>
                <a:cs typeface="Arial"/>
              </a:rPr>
              <a:t>Development</a:t>
            </a:r>
            <a:r>
              <a:rPr sz="2900" b="1" spc="-110" dirty="0">
                <a:solidFill>
                  <a:srgbClr val="35385A"/>
                </a:solidFill>
                <a:latin typeface="Arial"/>
                <a:cs typeface="Arial"/>
              </a:rPr>
              <a:t> </a:t>
            </a:r>
            <a:r>
              <a:rPr sz="2900" b="1" spc="-10" dirty="0">
                <a:solidFill>
                  <a:srgbClr val="35385A"/>
                </a:solidFill>
                <a:latin typeface="Arial"/>
                <a:cs typeface="Arial"/>
              </a:rPr>
              <a:t>Environment]</a:t>
            </a:r>
            <a:endParaRPr sz="2900">
              <a:latin typeface="Arial"/>
              <a:cs typeface="Arial"/>
            </a:endParaRPr>
          </a:p>
          <a:p>
            <a:pPr marL="469900" marR="6332855">
              <a:lnSpc>
                <a:spcPct val="119300"/>
              </a:lnSpc>
              <a:spcBef>
                <a:spcPts val="5"/>
              </a:spcBef>
            </a:pPr>
            <a:r>
              <a:rPr sz="2600" dirty="0">
                <a:solidFill>
                  <a:srgbClr val="1D304E"/>
                </a:solidFill>
                <a:latin typeface="Arial MT"/>
                <a:cs typeface="Arial MT"/>
              </a:rPr>
              <a:t>Notepad</a:t>
            </a:r>
            <a:r>
              <a:rPr sz="2600" spc="-110" dirty="0">
                <a:solidFill>
                  <a:srgbClr val="1D304E"/>
                </a:solidFill>
                <a:latin typeface="Arial MT"/>
                <a:cs typeface="Arial MT"/>
              </a:rPr>
              <a:t> </a:t>
            </a:r>
            <a:r>
              <a:rPr sz="2600" spc="-25" dirty="0">
                <a:solidFill>
                  <a:srgbClr val="1D304E"/>
                </a:solidFill>
                <a:latin typeface="Arial MT"/>
                <a:cs typeface="Arial MT"/>
              </a:rPr>
              <a:t>++ </a:t>
            </a:r>
            <a:r>
              <a:rPr sz="2600" dirty="0">
                <a:solidFill>
                  <a:srgbClr val="1D304E"/>
                </a:solidFill>
                <a:latin typeface="Arial MT"/>
                <a:cs typeface="Arial MT"/>
              </a:rPr>
              <a:t>Sublime</a:t>
            </a:r>
            <a:r>
              <a:rPr sz="2600" spc="-155" dirty="0">
                <a:solidFill>
                  <a:srgbClr val="1D304E"/>
                </a:solidFill>
                <a:latin typeface="Arial MT"/>
                <a:cs typeface="Arial MT"/>
              </a:rPr>
              <a:t> </a:t>
            </a:r>
            <a:r>
              <a:rPr sz="2600" spc="-65" dirty="0">
                <a:solidFill>
                  <a:srgbClr val="1D304E"/>
                </a:solidFill>
                <a:latin typeface="Arial MT"/>
                <a:cs typeface="Arial MT"/>
              </a:rPr>
              <a:t>Text </a:t>
            </a:r>
            <a:r>
              <a:rPr sz="2600" dirty="0">
                <a:solidFill>
                  <a:srgbClr val="1D304E"/>
                </a:solidFill>
                <a:latin typeface="Arial MT"/>
                <a:cs typeface="Arial MT"/>
              </a:rPr>
              <a:t>VS</a:t>
            </a:r>
            <a:r>
              <a:rPr sz="2600" spc="-25" dirty="0">
                <a:solidFill>
                  <a:srgbClr val="1D304E"/>
                </a:solidFill>
                <a:latin typeface="Arial MT"/>
                <a:cs typeface="Arial MT"/>
              </a:rPr>
              <a:t> </a:t>
            </a:r>
            <a:r>
              <a:rPr sz="2600" spc="-20" dirty="0">
                <a:solidFill>
                  <a:srgbClr val="1D304E"/>
                </a:solidFill>
                <a:latin typeface="Arial MT"/>
                <a:cs typeface="Arial MT"/>
              </a:rPr>
              <a:t>Code Atom</a:t>
            </a:r>
            <a:endParaRPr sz="2600">
              <a:latin typeface="Arial MT"/>
              <a:cs typeface="Arial MT"/>
            </a:endParaRPr>
          </a:p>
          <a:p>
            <a:pPr marL="469900">
              <a:lnSpc>
                <a:spcPct val="100000"/>
              </a:lnSpc>
              <a:spcBef>
                <a:spcPts val="600"/>
              </a:spcBef>
            </a:pPr>
            <a:r>
              <a:rPr sz="2600" dirty="0">
                <a:solidFill>
                  <a:srgbClr val="1D304E"/>
                </a:solidFill>
                <a:latin typeface="Arial MT"/>
                <a:cs typeface="Arial MT"/>
              </a:rPr>
              <a:t>Php</a:t>
            </a:r>
            <a:r>
              <a:rPr sz="2600" spc="-45" dirty="0">
                <a:solidFill>
                  <a:srgbClr val="1D304E"/>
                </a:solidFill>
                <a:latin typeface="Arial MT"/>
                <a:cs typeface="Arial MT"/>
              </a:rPr>
              <a:t> </a:t>
            </a:r>
            <a:r>
              <a:rPr sz="2600" spc="-10" dirty="0">
                <a:solidFill>
                  <a:srgbClr val="1D304E"/>
                </a:solidFill>
                <a:latin typeface="Arial MT"/>
                <a:cs typeface="Arial MT"/>
              </a:rPr>
              <a:t>Strom</a:t>
            </a:r>
            <a:endParaRPr sz="2600">
              <a:latin typeface="Arial MT"/>
              <a:cs typeface="Arial MT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3498341" y="2157983"/>
            <a:ext cx="4350385" cy="2437765"/>
            <a:chOff x="3498341" y="2157983"/>
            <a:chExt cx="4350385" cy="2437765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432553" y="2157983"/>
              <a:ext cx="1419605" cy="1076706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553199" y="2157983"/>
              <a:ext cx="1295400" cy="1066038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029199" y="3071622"/>
              <a:ext cx="1524000" cy="1523999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498341" y="3235451"/>
              <a:ext cx="1169669" cy="1196340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627126" rIns="0" bIns="0" rtlCol="0">
            <a:spAutoFit/>
          </a:bodyPr>
          <a:lstStyle/>
          <a:p>
            <a:pPr marL="1109345">
              <a:lnSpc>
                <a:spcPct val="100000"/>
              </a:lnSpc>
              <a:spcBef>
                <a:spcPts val="100"/>
              </a:spcBef>
            </a:pPr>
            <a:r>
              <a:rPr sz="3600" dirty="0"/>
              <a:t>Essential</a:t>
            </a:r>
            <a:r>
              <a:rPr sz="3600" spc="-114" dirty="0"/>
              <a:t> </a:t>
            </a:r>
            <a:r>
              <a:rPr sz="3600" spc="-20" dirty="0"/>
              <a:t>Tools</a:t>
            </a:r>
            <a:r>
              <a:rPr sz="3600" spc="-95" dirty="0"/>
              <a:t> </a:t>
            </a:r>
            <a:r>
              <a:rPr sz="3600" dirty="0"/>
              <a:t>For</a:t>
            </a:r>
            <a:r>
              <a:rPr sz="3600" spc="-90" dirty="0"/>
              <a:t> </a:t>
            </a:r>
            <a:r>
              <a:rPr sz="3600" dirty="0"/>
              <a:t>Web</a:t>
            </a:r>
            <a:r>
              <a:rPr sz="3600" spc="-95" dirty="0"/>
              <a:t> </a:t>
            </a:r>
            <a:r>
              <a:rPr sz="3600" spc="-10" dirty="0"/>
              <a:t>Design</a:t>
            </a:r>
            <a:endParaRPr sz="3600"/>
          </a:p>
        </p:txBody>
      </p:sp>
      <p:sp>
        <p:nvSpPr>
          <p:cNvPr id="3" name="object 3"/>
          <p:cNvSpPr txBox="1"/>
          <p:nvPr/>
        </p:nvSpPr>
        <p:spPr>
          <a:xfrm>
            <a:off x="535940" y="1389475"/>
            <a:ext cx="2938780" cy="25012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412750" marR="5080" indent="-400050">
              <a:lnSpc>
                <a:spcPct val="114900"/>
              </a:lnSpc>
              <a:spcBef>
                <a:spcPts val="95"/>
              </a:spcBef>
            </a:pPr>
            <a:r>
              <a:rPr sz="2800" b="1" dirty="0">
                <a:solidFill>
                  <a:srgbClr val="35385A"/>
                </a:solidFill>
                <a:latin typeface="Arial"/>
                <a:cs typeface="Arial"/>
              </a:rPr>
              <a:t>Browser</a:t>
            </a:r>
            <a:r>
              <a:rPr sz="2800" b="1" spc="-70" dirty="0">
                <a:solidFill>
                  <a:srgbClr val="35385A"/>
                </a:solidFill>
                <a:latin typeface="Arial"/>
                <a:cs typeface="Arial"/>
              </a:rPr>
              <a:t> </a:t>
            </a:r>
            <a:r>
              <a:rPr sz="2800" b="1" dirty="0">
                <a:solidFill>
                  <a:srgbClr val="35385A"/>
                </a:solidFill>
                <a:latin typeface="Arial"/>
                <a:cs typeface="Arial"/>
              </a:rPr>
              <a:t>/</a:t>
            </a:r>
            <a:r>
              <a:rPr sz="2800" b="1" spc="-65" dirty="0">
                <a:solidFill>
                  <a:srgbClr val="35385A"/>
                </a:solidFill>
                <a:latin typeface="Arial"/>
                <a:cs typeface="Arial"/>
              </a:rPr>
              <a:t> </a:t>
            </a:r>
            <a:r>
              <a:rPr sz="2800" b="1" spc="-10" dirty="0">
                <a:solidFill>
                  <a:srgbClr val="35385A"/>
                </a:solidFill>
                <a:latin typeface="Arial"/>
                <a:cs typeface="Arial"/>
              </a:rPr>
              <a:t>Server </a:t>
            </a:r>
            <a:r>
              <a:rPr sz="2800" dirty="0">
                <a:solidFill>
                  <a:srgbClr val="35385A"/>
                </a:solidFill>
                <a:latin typeface="Arial MT"/>
                <a:cs typeface="Arial MT"/>
              </a:rPr>
              <a:t>Mozilla</a:t>
            </a:r>
            <a:r>
              <a:rPr sz="2800" spc="-120" dirty="0">
                <a:solidFill>
                  <a:srgbClr val="35385A"/>
                </a:solidFill>
                <a:latin typeface="Arial MT"/>
                <a:cs typeface="Arial MT"/>
              </a:rPr>
              <a:t> </a:t>
            </a:r>
            <a:r>
              <a:rPr sz="2800" spc="-10" dirty="0">
                <a:solidFill>
                  <a:srgbClr val="35385A"/>
                </a:solidFill>
                <a:latin typeface="Arial MT"/>
                <a:cs typeface="Arial MT"/>
              </a:rPr>
              <a:t>Firefox </a:t>
            </a:r>
            <a:r>
              <a:rPr sz="2800" dirty="0">
                <a:solidFill>
                  <a:srgbClr val="35385A"/>
                </a:solidFill>
                <a:latin typeface="Arial MT"/>
                <a:cs typeface="Arial MT"/>
              </a:rPr>
              <a:t>Google</a:t>
            </a:r>
            <a:r>
              <a:rPr sz="2800" spc="-110" dirty="0">
                <a:solidFill>
                  <a:srgbClr val="35385A"/>
                </a:solidFill>
                <a:latin typeface="Arial MT"/>
                <a:cs typeface="Arial MT"/>
              </a:rPr>
              <a:t> </a:t>
            </a:r>
            <a:r>
              <a:rPr sz="2800" spc="-10" dirty="0">
                <a:solidFill>
                  <a:srgbClr val="35385A"/>
                </a:solidFill>
                <a:latin typeface="Arial MT"/>
                <a:cs typeface="Arial MT"/>
              </a:rPr>
              <a:t>Chrome </a:t>
            </a:r>
            <a:r>
              <a:rPr sz="2800" dirty="0">
                <a:solidFill>
                  <a:srgbClr val="35385A"/>
                </a:solidFill>
                <a:latin typeface="Arial MT"/>
                <a:cs typeface="Arial MT"/>
              </a:rPr>
              <a:t>Microsoft</a:t>
            </a:r>
            <a:r>
              <a:rPr sz="2800" spc="-85" dirty="0">
                <a:solidFill>
                  <a:srgbClr val="35385A"/>
                </a:solidFill>
                <a:latin typeface="Arial MT"/>
                <a:cs typeface="Arial MT"/>
              </a:rPr>
              <a:t> </a:t>
            </a:r>
            <a:r>
              <a:rPr sz="2800" spc="-20" dirty="0">
                <a:solidFill>
                  <a:srgbClr val="35385A"/>
                </a:solidFill>
                <a:latin typeface="Arial MT"/>
                <a:cs typeface="Arial MT"/>
              </a:rPr>
              <a:t>Edge</a:t>
            </a:r>
            <a:endParaRPr sz="28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695"/>
              </a:spcBef>
            </a:pPr>
            <a:r>
              <a:rPr sz="2800" b="1" dirty="0">
                <a:solidFill>
                  <a:srgbClr val="35385A"/>
                </a:solidFill>
                <a:latin typeface="Arial"/>
                <a:cs typeface="Arial"/>
              </a:rPr>
              <a:t>Editing</a:t>
            </a:r>
            <a:r>
              <a:rPr sz="2800" b="1" spc="-15" dirty="0">
                <a:solidFill>
                  <a:srgbClr val="35385A"/>
                </a:solidFill>
                <a:latin typeface="Arial"/>
                <a:cs typeface="Arial"/>
              </a:rPr>
              <a:t> </a:t>
            </a:r>
            <a:r>
              <a:rPr sz="2800" b="1" spc="-20" dirty="0">
                <a:solidFill>
                  <a:srgbClr val="35385A"/>
                </a:solidFill>
                <a:latin typeface="Arial"/>
                <a:cs typeface="Arial"/>
              </a:rPr>
              <a:t>Tools</a:t>
            </a:r>
            <a:endParaRPr sz="2800">
              <a:latin typeface="Arial"/>
              <a:cs typeface="Arial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943600" y="1352550"/>
            <a:ext cx="1371600" cy="1295400"/>
          </a:xfrm>
          <a:prstGeom prst="rect">
            <a:avLst/>
          </a:prstGeom>
        </p:spPr>
      </p:pic>
      <p:grpSp>
        <p:nvGrpSpPr>
          <p:cNvPr id="5" name="object 5"/>
          <p:cNvGrpSpPr/>
          <p:nvPr/>
        </p:nvGrpSpPr>
        <p:grpSpPr>
          <a:xfrm>
            <a:off x="6629400" y="1352550"/>
            <a:ext cx="2262505" cy="2667000"/>
            <a:chOff x="6629400" y="1352550"/>
            <a:chExt cx="2262505" cy="2667000"/>
          </a:xfrm>
        </p:grpSpPr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545324" y="1352550"/>
              <a:ext cx="1346453" cy="1371600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629400" y="2724150"/>
              <a:ext cx="1295400" cy="1295400"/>
            </a:xfrm>
            <a:prstGeom prst="rect">
              <a:avLst/>
            </a:prstGeom>
          </p:spPr>
        </p:pic>
      </p:grpSp>
      <p:grpSp>
        <p:nvGrpSpPr>
          <p:cNvPr id="8" name="object 8"/>
          <p:cNvGrpSpPr/>
          <p:nvPr/>
        </p:nvGrpSpPr>
        <p:grpSpPr>
          <a:xfrm>
            <a:off x="4114800" y="2029205"/>
            <a:ext cx="2282190" cy="2371725"/>
            <a:chOff x="4114800" y="2029205"/>
            <a:chExt cx="2282190" cy="2371725"/>
          </a:xfrm>
        </p:grpSpPr>
        <p:pic>
          <p:nvPicPr>
            <p:cNvPr id="9" name="object 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114800" y="2029205"/>
              <a:ext cx="1676400" cy="1390650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185410" y="3188969"/>
              <a:ext cx="1211580" cy="1211580"/>
            </a:xfrm>
            <a:prstGeom prst="rect">
              <a:avLst/>
            </a:prstGeom>
          </p:spPr>
        </p:pic>
      </p:grpSp>
      <p:sp>
        <p:nvSpPr>
          <p:cNvPr id="11" name="object 11"/>
          <p:cNvSpPr txBox="1"/>
          <p:nvPr/>
        </p:nvSpPr>
        <p:spPr>
          <a:xfrm>
            <a:off x="935989" y="3974543"/>
            <a:ext cx="3985895" cy="4235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3200"/>
              </a:lnSpc>
            </a:pPr>
            <a:r>
              <a:rPr sz="2800" dirty="0">
                <a:solidFill>
                  <a:srgbClr val="35385A"/>
                </a:solidFill>
                <a:latin typeface="Arial MT"/>
                <a:cs typeface="Arial MT"/>
              </a:rPr>
              <a:t>Adobe</a:t>
            </a:r>
            <a:r>
              <a:rPr sz="2800" spc="-105" dirty="0">
                <a:solidFill>
                  <a:srgbClr val="35385A"/>
                </a:solidFill>
                <a:latin typeface="Arial MT"/>
                <a:cs typeface="Arial MT"/>
              </a:rPr>
              <a:t> </a:t>
            </a:r>
            <a:r>
              <a:rPr sz="2800" spc="-10" dirty="0">
                <a:solidFill>
                  <a:srgbClr val="35385A"/>
                </a:solidFill>
                <a:latin typeface="Arial MT"/>
                <a:cs typeface="Arial MT"/>
              </a:rPr>
              <a:t>Photoshop/Canva</a:t>
            </a:r>
            <a:endParaRPr sz="28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87884" rIns="0" bIns="0" rtlCol="0">
            <a:spAutoFit/>
          </a:bodyPr>
          <a:lstStyle/>
          <a:p>
            <a:pPr marL="367030" algn="ctr">
              <a:lnSpc>
                <a:spcPct val="100000"/>
              </a:lnSpc>
              <a:spcBef>
                <a:spcPts val="100"/>
              </a:spcBef>
            </a:pPr>
            <a:r>
              <a:rPr sz="3200" spc="-20" dirty="0"/>
              <a:t>You</a:t>
            </a:r>
            <a:r>
              <a:rPr sz="3200" spc="-50" dirty="0"/>
              <a:t> </a:t>
            </a:r>
            <a:r>
              <a:rPr sz="3200" dirty="0"/>
              <a:t>can</a:t>
            </a:r>
            <a:r>
              <a:rPr sz="3200" spc="-60" dirty="0"/>
              <a:t> </a:t>
            </a:r>
            <a:r>
              <a:rPr sz="3200" dirty="0"/>
              <a:t>call</a:t>
            </a:r>
            <a:r>
              <a:rPr sz="3200" spc="-55" dirty="0"/>
              <a:t> </a:t>
            </a:r>
            <a:r>
              <a:rPr sz="3200" dirty="0"/>
              <a:t>to</a:t>
            </a:r>
            <a:r>
              <a:rPr sz="3200" spc="-60" dirty="0"/>
              <a:t> </a:t>
            </a:r>
            <a:r>
              <a:rPr sz="3600" dirty="0"/>
              <a:t>Web</a:t>
            </a:r>
            <a:r>
              <a:rPr sz="3600" spc="-55" dirty="0"/>
              <a:t> </a:t>
            </a:r>
            <a:r>
              <a:rPr sz="3600" dirty="0"/>
              <a:t>Design</a:t>
            </a:r>
            <a:r>
              <a:rPr sz="3600" spc="-65" dirty="0"/>
              <a:t> </a:t>
            </a:r>
            <a:r>
              <a:rPr sz="3200" spc="-25" dirty="0"/>
              <a:t>in</a:t>
            </a:r>
            <a:endParaRPr sz="3200"/>
          </a:p>
          <a:p>
            <a:pPr marL="367665" algn="ctr">
              <a:lnSpc>
                <a:spcPct val="100000"/>
              </a:lnSpc>
              <a:spcBef>
                <a:spcPts val="5"/>
              </a:spcBef>
            </a:pPr>
            <a:r>
              <a:rPr sz="3600" dirty="0"/>
              <a:t>many </a:t>
            </a:r>
            <a:r>
              <a:rPr sz="3600" spc="-25" dirty="0"/>
              <a:t>way</a:t>
            </a:r>
            <a:endParaRPr sz="3600"/>
          </a:p>
        </p:txBody>
      </p:sp>
      <p:sp>
        <p:nvSpPr>
          <p:cNvPr id="3" name="object 3"/>
          <p:cNvSpPr txBox="1"/>
          <p:nvPr/>
        </p:nvSpPr>
        <p:spPr>
          <a:xfrm>
            <a:off x="688340" y="1290574"/>
            <a:ext cx="4526280" cy="3658870"/>
          </a:xfrm>
          <a:prstGeom prst="rect">
            <a:avLst/>
          </a:prstGeom>
        </p:spPr>
        <p:txBody>
          <a:bodyPr vert="horz" wrap="square" lIns="0" tIns="101600" rIns="0" bIns="0" rtlCol="0">
            <a:spAutoFit/>
          </a:bodyPr>
          <a:lstStyle/>
          <a:p>
            <a:pPr marL="332105" indent="-319405">
              <a:lnSpc>
                <a:spcPct val="100000"/>
              </a:lnSpc>
              <a:spcBef>
                <a:spcPts val="800"/>
              </a:spcBef>
              <a:buClr>
                <a:srgbClr val="DA1F28"/>
              </a:buClr>
              <a:buSzPct val="58333"/>
              <a:buFont typeface="Wingdings"/>
              <a:buChar char=""/>
              <a:tabLst>
                <a:tab pos="332105" algn="l"/>
              </a:tabLst>
            </a:pPr>
            <a:r>
              <a:rPr sz="1800" dirty="0">
                <a:latin typeface="Ebrima"/>
                <a:cs typeface="Ebrima"/>
              </a:rPr>
              <a:t>Web</a:t>
            </a:r>
            <a:r>
              <a:rPr sz="1800" spc="-40" dirty="0">
                <a:latin typeface="Ebrima"/>
                <a:cs typeface="Ebrima"/>
              </a:rPr>
              <a:t> </a:t>
            </a:r>
            <a:r>
              <a:rPr sz="1800" spc="-10" dirty="0">
                <a:latin typeface="Ebrima"/>
                <a:cs typeface="Ebrima"/>
              </a:rPr>
              <a:t>Design</a:t>
            </a:r>
            <a:endParaRPr sz="1800">
              <a:latin typeface="Ebrima"/>
              <a:cs typeface="Ebrima"/>
            </a:endParaRPr>
          </a:p>
          <a:p>
            <a:pPr marL="332105" indent="-319405">
              <a:lnSpc>
                <a:spcPct val="100000"/>
              </a:lnSpc>
              <a:spcBef>
                <a:spcPts val="700"/>
              </a:spcBef>
              <a:buClr>
                <a:srgbClr val="DA1F28"/>
              </a:buClr>
              <a:buSzPct val="58333"/>
              <a:buFont typeface="Wingdings"/>
              <a:buChar char=""/>
              <a:tabLst>
                <a:tab pos="332105" algn="l"/>
              </a:tabLst>
            </a:pPr>
            <a:r>
              <a:rPr sz="1800" dirty="0">
                <a:latin typeface="Ebrima"/>
                <a:cs typeface="Ebrima"/>
              </a:rPr>
              <a:t>Web</a:t>
            </a:r>
            <a:r>
              <a:rPr sz="1800" spc="-20" dirty="0">
                <a:latin typeface="Ebrima"/>
                <a:cs typeface="Ebrima"/>
              </a:rPr>
              <a:t> </a:t>
            </a:r>
            <a:r>
              <a:rPr sz="1800" dirty="0">
                <a:latin typeface="Ebrima"/>
                <a:cs typeface="Ebrima"/>
              </a:rPr>
              <a:t>Page</a:t>
            </a:r>
            <a:r>
              <a:rPr sz="1800" spc="-30" dirty="0">
                <a:latin typeface="Ebrima"/>
                <a:cs typeface="Ebrima"/>
              </a:rPr>
              <a:t> </a:t>
            </a:r>
            <a:r>
              <a:rPr sz="1800" spc="-10" dirty="0">
                <a:latin typeface="Ebrima"/>
                <a:cs typeface="Ebrima"/>
              </a:rPr>
              <a:t>Design</a:t>
            </a:r>
            <a:endParaRPr sz="1800">
              <a:latin typeface="Ebrima"/>
              <a:cs typeface="Ebrima"/>
            </a:endParaRPr>
          </a:p>
          <a:p>
            <a:pPr marL="332105" indent="-319405">
              <a:lnSpc>
                <a:spcPct val="100000"/>
              </a:lnSpc>
              <a:spcBef>
                <a:spcPts val="700"/>
              </a:spcBef>
              <a:buClr>
                <a:srgbClr val="DA1F28"/>
              </a:buClr>
              <a:buSzPct val="58333"/>
              <a:buFont typeface="Wingdings"/>
              <a:buChar char=""/>
              <a:tabLst>
                <a:tab pos="332105" algn="l"/>
              </a:tabLst>
            </a:pPr>
            <a:r>
              <a:rPr sz="1800" dirty="0">
                <a:latin typeface="Ebrima"/>
                <a:cs typeface="Ebrima"/>
              </a:rPr>
              <a:t>Web</a:t>
            </a:r>
            <a:r>
              <a:rPr sz="1800" spc="-35" dirty="0">
                <a:latin typeface="Ebrima"/>
                <a:cs typeface="Ebrima"/>
              </a:rPr>
              <a:t> </a:t>
            </a:r>
            <a:r>
              <a:rPr sz="1800" dirty="0">
                <a:latin typeface="Ebrima"/>
                <a:cs typeface="Ebrima"/>
              </a:rPr>
              <a:t>Site</a:t>
            </a:r>
            <a:r>
              <a:rPr sz="1800" spc="-35" dirty="0">
                <a:latin typeface="Ebrima"/>
                <a:cs typeface="Ebrima"/>
              </a:rPr>
              <a:t> </a:t>
            </a:r>
            <a:r>
              <a:rPr sz="1800" spc="-10" dirty="0">
                <a:latin typeface="Ebrima"/>
                <a:cs typeface="Ebrima"/>
              </a:rPr>
              <a:t>Design</a:t>
            </a:r>
            <a:endParaRPr sz="1800">
              <a:latin typeface="Ebrima"/>
              <a:cs typeface="Ebrima"/>
            </a:endParaRPr>
          </a:p>
          <a:p>
            <a:pPr marL="332105" indent="-319405">
              <a:lnSpc>
                <a:spcPct val="100000"/>
              </a:lnSpc>
              <a:spcBef>
                <a:spcPts val="700"/>
              </a:spcBef>
              <a:buClr>
                <a:srgbClr val="DA1F28"/>
              </a:buClr>
              <a:buSzPct val="58333"/>
              <a:buFont typeface="Wingdings"/>
              <a:buChar char=""/>
              <a:tabLst>
                <a:tab pos="332105" algn="l"/>
              </a:tabLst>
            </a:pPr>
            <a:r>
              <a:rPr sz="1800" dirty="0">
                <a:latin typeface="Ebrima"/>
                <a:cs typeface="Ebrima"/>
              </a:rPr>
              <a:t>Layout</a:t>
            </a:r>
            <a:r>
              <a:rPr sz="1800" spc="-15" dirty="0">
                <a:latin typeface="Ebrima"/>
                <a:cs typeface="Ebrima"/>
              </a:rPr>
              <a:t> </a:t>
            </a:r>
            <a:r>
              <a:rPr sz="1800" spc="-10" dirty="0">
                <a:latin typeface="Ebrima"/>
                <a:cs typeface="Ebrima"/>
              </a:rPr>
              <a:t>Design</a:t>
            </a:r>
            <a:endParaRPr sz="1800">
              <a:latin typeface="Ebrima"/>
              <a:cs typeface="Ebrima"/>
            </a:endParaRPr>
          </a:p>
          <a:p>
            <a:pPr marL="332105" indent="-319405">
              <a:lnSpc>
                <a:spcPct val="100000"/>
              </a:lnSpc>
              <a:spcBef>
                <a:spcPts val="705"/>
              </a:spcBef>
              <a:buClr>
                <a:srgbClr val="DA1F28"/>
              </a:buClr>
              <a:buSzPct val="58333"/>
              <a:buFont typeface="Wingdings"/>
              <a:buChar char=""/>
              <a:tabLst>
                <a:tab pos="332105" algn="l"/>
              </a:tabLst>
            </a:pPr>
            <a:r>
              <a:rPr sz="1800" dirty="0">
                <a:latin typeface="Ebrima"/>
                <a:cs typeface="Ebrima"/>
              </a:rPr>
              <a:t>Landing</a:t>
            </a:r>
            <a:r>
              <a:rPr sz="1800" spc="-20" dirty="0">
                <a:latin typeface="Ebrima"/>
                <a:cs typeface="Ebrima"/>
              </a:rPr>
              <a:t> </a:t>
            </a:r>
            <a:r>
              <a:rPr sz="1800" dirty="0">
                <a:latin typeface="Ebrima"/>
                <a:cs typeface="Ebrima"/>
              </a:rPr>
              <a:t>Page</a:t>
            </a:r>
            <a:r>
              <a:rPr sz="1800" spc="-15" dirty="0">
                <a:latin typeface="Ebrima"/>
                <a:cs typeface="Ebrima"/>
              </a:rPr>
              <a:t> </a:t>
            </a:r>
            <a:r>
              <a:rPr sz="1800" spc="-10" dirty="0">
                <a:latin typeface="Ebrima"/>
                <a:cs typeface="Ebrima"/>
              </a:rPr>
              <a:t>Design</a:t>
            </a:r>
            <a:endParaRPr sz="1800">
              <a:latin typeface="Ebrima"/>
              <a:cs typeface="Ebrima"/>
            </a:endParaRPr>
          </a:p>
          <a:p>
            <a:pPr marL="332105" indent="-319405">
              <a:lnSpc>
                <a:spcPct val="100000"/>
              </a:lnSpc>
              <a:spcBef>
                <a:spcPts val="695"/>
              </a:spcBef>
              <a:buClr>
                <a:srgbClr val="DA1F28"/>
              </a:buClr>
              <a:buSzPct val="58333"/>
              <a:buFont typeface="Wingdings"/>
              <a:buChar char=""/>
              <a:tabLst>
                <a:tab pos="332105" algn="l"/>
              </a:tabLst>
            </a:pPr>
            <a:r>
              <a:rPr sz="1800" dirty="0">
                <a:latin typeface="Ebrima"/>
                <a:cs typeface="Ebrima"/>
              </a:rPr>
              <a:t>Responsive</a:t>
            </a:r>
            <a:r>
              <a:rPr sz="1800" spc="-25" dirty="0">
                <a:latin typeface="Ebrima"/>
                <a:cs typeface="Ebrima"/>
              </a:rPr>
              <a:t> </a:t>
            </a:r>
            <a:r>
              <a:rPr sz="1800" dirty="0">
                <a:latin typeface="Ebrima"/>
                <a:cs typeface="Ebrima"/>
              </a:rPr>
              <a:t>Web/UI/Landing</a:t>
            </a:r>
            <a:r>
              <a:rPr sz="1800" spc="-25" dirty="0">
                <a:latin typeface="Ebrima"/>
                <a:cs typeface="Ebrima"/>
              </a:rPr>
              <a:t> </a:t>
            </a:r>
            <a:r>
              <a:rPr sz="1800" dirty="0">
                <a:latin typeface="Ebrima"/>
                <a:cs typeface="Ebrima"/>
              </a:rPr>
              <a:t>Page</a:t>
            </a:r>
            <a:r>
              <a:rPr sz="1800" spc="-10" dirty="0">
                <a:latin typeface="Ebrima"/>
                <a:cs typeface="Ebrima"/>
              </a:rPr>
              <a:t> Design</a:t>
            </a:r>
            <a:endParaRPr sz="1800">
              <a:latin typeface="Ebrima"/>
              <a:cs typeface="Ebrima"/>
            </a:endParaRPr>
          </a:p>
          <a:p>
            <a:pPr marL="332105" indent="-319405">
              <a:lnSpc>
                <a:spcPct val="100000"/>
              </a:lnSpc>
              <a:spcBef>
                <a:spcPts val="700"/>
              </a:spcBef>
              <a:buClr>
                <a:srgbClr val="DA1F28"/>
              </a:buClr>
              <a:buSzPct val="58333"/>
              <a:buFont typeface="Wingdings"/>
              <a:buChar char=""/>
              <a:tabLst>
                <a:tab pos="332105" algn="l"/>
              </a:tabLst>
            </a:pPr>
            <a:r>
              <a:rPr sz="1800" dirty="0">
                <a:latin typeface="Ebrima"/>
                <a:cs typeface="Ebrima"/>
              </a:rPr>
              <a:t>Template</a:t>
            </a:r>
            <a:r>
              <a:rPr sz="1800" spc="-15" dirty="0">
                <a:latin typeface="Ebrima"/>
                <a:cs typeface="Ebrima"/>
              </a:rPr>
              <a:t> </a:t>
            </a:r>
            <a:r>
              <a:rPr sz="1800" spc="-10" dirty="0">
                <a:latin typeface="Ebrima"/>
                <a:cs typeface="Ebrima"/>
              </a:rPr>
              <a:t>Design</a:t>
            </a:r>
            <a:endParaRPr sz="1800">
              <a:latin typeface="Ebrima"/>
              <a:cs typeface="Ebrima"/>
            </a:endParaRPr>
          </a:p>
          <a:p>
            <a:pPr marL="332105" indent="-319405">
              <a:lnSpc>
                <a:spcPct val="100000"/>
              </a:lnSpc>
              <a:spcBef>
                <a:spcPts val="705"/>
              </a:spcBef>
              <a:buClr>
                <a:srgbClr val="DA1F28"/>
              </a:buClr>
              <a:buSzPct val="58333"/>
              <a:buFont typeface="Wingdings"/>
              <a:buChar char=""/>
              <a:tabLst>
                <a:tab pos="332105" algn="l"/>
              </a:tabLst>
            </a:pPr>
            <a:r>
              <a:rPr sz="1800" dirty="0">
                <a:latin typeface="Ebrima"/>
                <a:cs typeface="Ebrima"/>
              </a:rPr>
              <a:t>User</a:t>
            </a:r>
            <a:r>
              <a:rPr sz="1800" spc="-20" dirty="0">
                <a:latin typeface="Ebrima"/>
                <a:cs typeface="Ebrima"/>
              </a:rPr>
              <a:t> </a:t>
            </a:r>
            <a:r>
              <a:rPr sz="1800" dirty="0">
                <a:latin typeface="Ebrima"/>
                <a:cs typeface="Ebrima"/>
              </a:rPr>
              <a:t>Interface</a:t>
            </a:r>
            <a:r>
              <a:rPr sz="1800" spc="-30" dirty="0">
                <a:latin typeface="Ebrima"/>
                <a:cs typeface="Ebrima"/>
              </a:rPr>
              <a:t> </a:t>
            </a:r>
            <a:r>
              <a:rPr sz="1800" dirty="0">
                <a:latin typeface="Ebrima"/>
                <a:cs typeface="Ebrima"/>
              </a:rPr>
              <a:t>(</a:t>
            </a:r>
            <a:r>
              <a:rPr sz="1800" spc="-20" dirty="0">
                <a:latin typeface="Ebrima"/>
                <a:cs typeface="Ebrima"/>
              </a:rPr>
              <a:t> </a:t>
            </a:r>
            <a:r>
              <a:rPr sz="1800" dirty="0">
                <a:latin typeface="Ebrima"/>
                <a:cs typeface="Ebrima"/>
              </a:rPr>
              <a:t>UI</a:t>
            </a:r>
            <a:r>
              <a:rPr sz="1800" spc="-15" dirty="0">
                <a:latin typeface="Ebrima"/>
                <a:cs typeface="Ebrima"/>
              </a:rPr>
              <a:t> </a:t>
            </a:r>
            <a:r>
              <a:rPr sz="1800" dirty="0">
                <a:latin typeface="Ebrima"/>
                <a:cs typeface="Ebrima"/>
              </a:rPr>
              <a:t>)</a:t>
            </a:r>
            <a:r>
              <a:rPr sz="1800" spc="-20" dirty="0">
                <a:latin typeface="Ebrima"/>
                <a:cs typeface="Ebrima"/>
              </a:rPr>
              <a:t> </a:t>
            </a:r>
            <a:r>
              <a:rPr sz="1800" spc="-10" dirty="0">
                <a:latin typeface="Ebrima"/>
                <a:cs typeface="Ebrima"/>
              </a:rPr>
              <a:t>Design</a:t>
            </a:r>
            <a:endParaRPr sz="1800">
              <a:latin typeface="Ebrima"/>
              <a:cs typeface="Ebrima"/>
            </a:endParaRPr>
          </a:p>
          <a:p>
            <a:pPr marL="332105" indent="-319405">
              <a:lnSpc>
                <a:spcPct val="100000"/>
              </a:lnSpc>
              <a:spcBef>
                <a:spcPts val="695"/>
              </a:spcBef>
              <a:buClr>
                <a:srgbClr val="DA1F28"/>
              </a:buClr>
              <a:buSzPct val="58333"/>
              <a:buFont typeface="Wingdings"/>
              <a:buChar char=""/>
              <a:tabLst>
                <a:tab pos="332105" algn="l"/>
              </a:tabLst>
            </a:pPr>
            <a:r>
              <a:rPr sz="1800" dirty="0">
                <a:latin typeface="Ebrima"/>
                <a:cs typeface="Ebrima"/>
              </a:rPr>
              <a:t>Front</a:t>
            </a:r>
            <a:r>
              <a:rPr sz="1800" spc="-20" dirty="0">
                <a:latin typeface="Ebrima"/>
                <a:cs typeface="Ebrima"/>
              </a:rPr>
              <a:t> </a:t>
            </a:r>
            <a:r>
              <a:rPr sz="1800" dirty="0">
                <a:latin typeface="Ebrima"/>
                <a:cs typeface="Ebrima"/>
              </a:rPr>
              <a:t>End</a:t>
            </a:r>
            <a:r>
              <a:rPr sz="1800" spc="-10" dirty="0">
                <a:latin typeface="Ebrima"/>
                <a:cs typeface="Ebrima"/>
              </a:rPr>
              <a:t> Design</a:t>
            </a:r>
            <a:endParaRPr sz="1800">
              <a:latin typeface="Ebrima"/>
              <a:cs typeface="Ebrima"/>
            </a:endParaRPr>
          </a:p>
          <a:p>
            <a:pPr marL="332105" indent="-319405">
              <a:lnSpc>
                <a:spcPct val="100000"/>
              </a:lnSpc>
              <a:spcBef>
                <a:spcPts val="705"/>
              </a:spcBef>
              <a:buClr>
                <a:srgbClr val="DA1F28"/>
              </a:buClr>
              <a:buSzPct val="58333"/>
              <a:buFont typeface="Wingdings"/>
              <a:buChar char=""/>
              <a:tabLst>
                <a:tab pos="332105" algn="l"/>
              </a:tabLst>
            </a:pPr>
            <a:r>
              <a:rPr sz="1800" dirty="0">
                <a:latin typeface="Ebrima"/>
                <a:cs typeface="Ebrima"/>
              </a:rPr>
              <a:t>Front</a:t>
            </a:r>
            <a:r>
              <a:rPr sz="1800" spc="-20" dirty="0">
                <a:latin typeface="Ebrima"/>
                <a:cs typeface="Ebrima"/>
              </a:rPr>
              <a:t> </a:t>
            </a:r>
            <a:r>
              <a:rPr sz="1800" dirty="0">
                <a:latin typeface="Ebrima"/>
                <a:cs typeface="Ebrima"/>
              </a:rPr>
              <a:t>End</a:t>
            </a:r>
            <a:r>
              <a:rPr sz="1800" spc="-10" dirty="0">
                <a:latin typeface="Ebrima"/>
                <a:cs typeface="Ebrima"/>
              </a:rPr>
              <a:t> Development</a:t>
            </a:r>
            <a:endParaRPr sz="1800">
              <a:latin typeface="Ebrima"/>
              <a:cs typeface="Ebrima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513329" y="-44957"/>
            <a:ext cx="4345305" cy="1123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750570">
              <a:lnSpc>
                <a:spcPct val="100000"/>
              </a:lnSpc>
              <a:spcBef>
                <a:spcPts val="100"/>
              </a:spcBef>
            </a:pPr>
            <a:r>
              <a:rPr sz="3600" dirty="0"/>
              <a:t>Guideline</a:t>
            </a:r>
            <a:r>
              <a:rPr sz="3600" spc="-10" dirty="0"/>
              <a:t> </a:t>
            </a:r>
            <a:r>
              <a:rPr sz="3600" spc="-25" dirty="0"/>
              <a:t>for </a:t>
            </a:r>
            <a:r>
              <a:rPr sz="3600" dirty="0"/>
              <a:t>Frontend</a:t>
            </a:r>
            <a:r>
              <a:rPr sz="3600" spc="-150" dirty="0"/>
              <a:t> </a:t>
            </a:r>
            <a:r>
              <a:rPr sz="3600" spc="-10" dirty="0"/>
              <a:t>Developer</a:t>
            </a:r>
            <a:endParaRPr sz="3600"/>
          </a:p>
        </p:txBody>
      </p:sp>
      <p:sp>
        <p:nvSpPr>
          <p:cNvPr id="3" name="object 3"/>
          <p:cNvSpPr txBox="1"/>
          <p:nvPr/>
        </p:nvSpPr>
        <p:spPr>
          <a:xfrm>
            <a:off x="688340" y="1364487"/>
            <a:ext cx="6443980" cy="3209290"/>
          </a:xfrm>
          <a:prstGeom prst="rect">
            <a:avLst/>
          </a:prstGeom>
        </p:spPr>
        <p:txBody>
          <a:bodyPr vert="horz" wrap="square" lIns="0" tIns="101600" rIns="0" bIns="0" rtlCol="0">
            <a:spAutoFit/>
          </a:bodyPr>
          <a:lstStyle/>
          <a:p>
            <a:pPr marL="332105" indent="-319405">
              <a:lnSpc>
                <a:spcPct val="100000"/>
              </a:lnSpc>
              <a:spcBef>
                <a:spcPts val="800"/>
              </a:spcBef>
              <a:buClr>
                <a:srgbClr val="DA1F28"/>
              </a:buClr>
              <a:buSzPct val="60416"/>
              <a:buFont typeface="Wingdings"/>
              <a:buChar char=""/>
              <a:tabLst>
                <a:tab pos="332105" algn="l"/>
              </a:tabLst>
            </a:pPr>
            <a:r>
              <a:rPr sz="2400" spc="-20" dirty="0">
                <a:latin typeface="Ebrima"/>
                <a:cs typeface="Ebrima"/>
              </a:rPr>
              <a:t>HTML</a:t>
            </a:r>
            <a:endParaRPr sz="2400">
              <a:latin typeface="Ebrima"/>
              <a:cs typeface="Ebrima"/>
            </a:endParaRPr>
          </a:p>
          <a:p>
            <a:pPr marL="332105" indent="-319405">
              <a:lnSpc>
                <a:spcPct val="100000"/>
              </a:lnSpc>
              <a:spcBef>
                <a:spcPts val="705"/>
              </a:spcBef>
              <a:buClr>
                <a:srgbClr val="DA1F28"/>
              </a:buClr>
              <a:buSzPct val="60416"/>
              <a:buFont typeface="Wingdings"/>
              <a:buChar char=""/>
              <a:tabLst>
                <a:tab pos="332105" algn="l"/>
              </a:tabLst>
            </a:pPr>
            <a:r>
              <a:rPr sz="2400" spc="-25" dirty="0">
                <a:latin typeface="Ebrima"/>
                <a:cs typeface="Ebrima"/>
              </a:rPr>
              <a:t>CSS</a:t>
            </a:r>
            <a:endParaRPr sz="2400">
              <a:latin typeface="Ebrima"/>
              <a:cs typeface="Ebrima"/>
            </a:endParaRPr>
          </a:p>
          <a:p>
            <a:pPr marL="332105" indent="-319405">
              <a:lnSpc>
                <a:spcPct val="100000"/>
              </a:lnSpc>
              <a:spcBef>
                <a:spcPts val="700"/>
              </a:spcBef>
              <a:buClr>
                <a:srgbClr val="DA1F28"/>
              </a:buClr>
              <a:buSzPct val="60416"/>
              <a:buFont typeface="Wingdings"/>
              <a:buChar char=""/>
              <a:tabLst>
                <a:tab pos="332105" algn="l"/>
              </a:tabLst>
            </a:pPr>
            <a:r>
              <a:rPr sz="2400" dirty="0">
                <a:latin typeface="Ebrima"/>
                <a:cs typeface="Ebrima"/>
              </a:rPr>
              <a:t>JavaScript</a:t>
            </a:r>
            <a:r>
              <a:rPr sz="2400" spc="-95" dirty="0">
                <a:latin typeface="Ebrima"/>
                <a:cs typeface="Ebrima"/>
              </a:rPr>
              <a:t> </a:t>
            </a:r>
            <a:r>
              <a:rPr sz="2400" spc="-20" dirty="0">
                <a:latin typeface="Ebrima"/>
                <a:cs typeface="Ebrima"/>
              </a:rPr>
              <a:t>(JS)</a:t>
            </a:r>
            <a:endParaRPr sz="2400">
              <a:latin typeface="Ebrima"/>
              <a:cs typeface="Ebrima"/>
            </a:endParaRPr>
          </a:p>
          <a:p>
            <a:pPr marL="332105" indent="-319405">
              <a:lnSpc>
                <a:spcPct val="100000"/>
              </a:lnSpc>
              <a:spcBef>
                <a:spcPts val="700"/>
              </a:spcBef>
              <a:buClr>
                <a:srgbClr val="DA1F28"/>
              </a:buClr>
              <a:buSzPct val="60416"/>
              <a:buFont typeface="Wingdings"/>
              <a:buChar char=""/>
              <a:tabLst>
                <a:tab pos="332105" algn="l"/>
              </a:tabLst>
            </a:pPr>
            <a:r>
              <a:rPr sz="2400" dirty="0">
                <a:latin typeface="Ebrima"/>
                <a:cs typeface="Ebrima"/>
              </a:rPr>
              <a:t>CSS</a:t>
            </a:r>
            <a:r>
              <a:rPr sz="2400" spc="-65" dirty="0">
                <a:latin typeface="Ebrima"/>
                <a:cs typeface="Ebrima"/>
              </a:rPr>
              <a:t> </a:t>
            </a:r>
            <a:r>
              <a:rPr sz="2400" dirty="0">
                <a:latin typeface="Ebrima"/>
                <a:cs typeface="Ebrima"/>
              </a:rPr>
              <a:t>Framework</a:t>
            </a:r>
            <a:r>
              <a:rPr sz="2400" spc="-50" dirty="0">
                <a:latin typeface="Ebrima"/>
                <a:cs typeface="Ebrima"/>
              </a:rPr>
              <a:t> </a:t>
            </a:r>
            <a:r>
              <a:rPr sz="2400" dirty="0">
                <a:latin typeface="Ebrima"/>
                <a:cs typeface="Ebrima"/>
              </a:rPr>
              <a:t>-</a:t>
            </a:r>
            <a:r>
              <a:rPr sz="2400" spc="-60" dirty="0">
                <a:latin typeface="Ebrima"/>
                <a:cs typeface="Ebrima"/>
              </a:rPr>
              <a:t> </a:t>
            </a:r>
            <a:r>
              <a:rPr sz="2400" dirty="0">
                <a:latin typeface="Ebrima"/>
                <a:cs typeface="Ebrima"/>
              </a:rPr>
              <a:t>Bootstrap</a:t>
            </a:r>
            <a:r>
              <a:rPr sz="2400" spc="-55" dirty="0">
                <a:latin typeface="Ebrima"/>
                <a:cs typeface="Ebrima"/>
              </a:rPr>
              <a:t> </a:t>
            </a:r>
            <a:r>
              <a:rPr sz="2400" dirty="0">
                <a:latin typeface="Ebrima"/>
                <a:cs typeface="Ebrima"/>
              </a:rPr>
              <a:t>/</a:t>
            </a:r>
            <a:r>
              <a:rPr sz="2400" spc="-60" dirty="0">
                <a:latin typeface="Ebrima"/>
                <a:cs typeface="Ebrima"/>
              </a:rPr>
              <a:t> </a:t>
            </a:r>
            <a:r>
              <a:rPr sz="2400" spc="-10" dirty="0">
                <a:latin typeface="Ebrima"/>
                <a:cs typeface="Ebrima"/>
              </a:rPr>
              <a:t>Tailwind</a:t>
            </a:r>
            <a:endParaRPr sz="2400">
              <a:latin typeface="Ebrima"/>
              <a:cs typeface="Ebrima"/>
            </a:endParaRPr>
          </a:p>
          <a:p>
            <a:pPr marL="332105" indent="-319405">
              <a:lnSpc>
                <a:spcPct val="100000"/>
              </a:lnSpc>
              <a:spcBef>
                <a:spcPts val="700"/>
              </a:spcBef>
              <a:buClr>
                <a:srgbClr val="DA1F28"/>
              </a:buClr>
              <a:buSzPct val="60416"/>
              <a:buFont typeface="Wingdings"/>
              <a:buChar char=""/>
              <a:tabLst>
                <a:tab pos="332105" algn="l"/>
              </a:tabLst>
            </a:pPr>
            <a:r>
              <a:rPr sz="2400" dirty="0">
                <a:latin typeface="Ebrima"/>
                <a:cs typeface="Ebrima"/>
              </a:rPr>
              <a:t>JS</a:t>
            </a:r>
            <a:r>
              <a:rPr sz="2400" spc="-30" dirty="0">
                <a:latin typeface="Ebrima"/>
                <a:cs typeface="Ebrima"/>
              </a:rPr>
              <a:t> </a:t>
            </a:r>
            <a:r>
              <a:rPr sz="2400" dirty="0">
                <a:latin typeface="Ebrima"/>
                <a:cs typeface="Ebrima"/>
              </a:rPr>
              <a:t>Framework</a:t>
            </a:r>
            <a:r>
              <a:rPr sz="2400" spc="-30" dirty="0">
                <a:latin typeface="Ebrima"/>
                <a:cs typeface="Ebrima"/>
              </a:rPr>
              <a:t> </a:t>
            </a:r>
            <a:r>
              <a:rPr sz="2400" dirty="0">
                <a:latin typeface="Ebrima"/>
                <a:cs typeface="Ebrima"/>
              </a:rPr>
              <a:t>-</a:t>
            </a:r>
            <a:r>
              <a:rPr sz="2400" spc="-35" dirty="0">
                <a:latin typeface="Ebrima"/>
                <a:cs typeface="Ebrima"/>
              </a:rPr>
              <a:t> </a:t>
            </a:r>
            <a:r>
              <a:rPr sz="2400" dirty="0">
                <a:latin typeface="Ebrima"/>
                <a:cs typeface="Ebrima"/>
              </a:rPr>
              <a:t>React</a:t>
            </a:r>
            <a:r>
              <a:rPr sz="2400" spc="-35" dirty="0">
                <a:latin typeface="Ebrima"/>
                <a:cs typeface="Ebrima"/>
              </a:rPr>
              <a:t> </a:t>
            </a:r>
            <a:r>
              <a:rPr sz="2400" dirty="0">
                <a:latin typeface="Ebrima"/>
                <a:cs typeface="Ebrima"/>
              </a:rPr>
              <a:t>JS</a:t>
            </a:r>
            <a:r>
              <a:rPr sz="2400" spc="-35" dirty="0">
                <a:latin typeface="Ebrima"/>
                <a:cs typeface="Ebrima"/>
              </a:rPr>
              <a:t> </a:t>
            </a:r>
            <a:r>
              <a:rPr sz="2400" dirty="0">
                <a:latin typeface="Ebrima"/>
                <a:cs typeface="Ebrima"/>
              </a:rPr>
              <a:t>/</a:t>
            </a:r>
            <a:r>
              <a:rPr sz="2400" spc="-25" dirty="0">
                <a:latin typeface="Ebrima"/>
                <a:cs typeface="Ebrima"/>
              </a:rPr>
              <a:t> </a:t>
            </a:r>
            <a:r>
              <a:rPr sz="2400" dirty="0">
                <a:latin typeface="Ebrima"/>
                <a:cs typeface="Ebrima"/>
              </a:rPr>
              <a:t>Vue</a:t>
            </a:r>
            <a:r>
              <a:rPr sz="2400" spc="-35" dirty="0">
                <a:latin typeface="Ebrima"/>
                <a:cs typeface="Ebrima"/>
              </a:rPr>
              <a:t> </a:t>
            </a:r>
            <a:r>
              <a:rPr sz="2400" dirty="0">
                <a:latin typeface="Ebrima"/>
                <a:cs typeface="Ebrima"/>
              </a:rPr>
              <a:t>JS</a:t>
            </a:r>
            <a:r>
              <a:rPr sz="2400" spc="-35" dirty="0">
                <a:latin typeface="Ebrima"/>
                <a:cs typeface="Ebrima"/>
              </a:rPr>
              <a:t> </a:t>
            </a:r>
            <a:r>
              <a:rPr sz="2400" dirty="0">
                <a:latin typeface="Ebrima"/>
                <a:cs typeface="Ebrima"/>
              </a:rPr>
              <a:t>/</a:t>
            </a:r>
            <a:r>
              <a:rPr sz="2400" spc="-30" dirty="0">
                <a:latin typeface="Ebrima"/>
                <a:cs typeface="Ebrima"/>
              </a:rPr>
              <a:t> </a:t>
            </a:r>
            <a:r>
              <a:rPr sz="2400" dirty="0">
                <a:latin typeface="Ebrima"/>
                <a:cs typeface="Ebrima"/>
              </a:rPr>
              <a:t>Angular</a:t>
            </a:r>
            <a:r>
              <a:rPr sz="2400" spc="-15" dirty="0">
                <a:latin typeface="Ebrima"/>
                <a:cs typeface="Ebrima"/>
              </a:rPr>
              <a:t> </a:t>
            </a:r>
            <a:r>
              <a:rPr sz="2400" spc="-25" dirty="0">
                <a:latin typeface="Ebrima"/>
                <a:cs typeface="Ebrima"/>
              </a:rPr>
              <a:t>JS</a:t>
            </a:r>
            <a:endParaRPr sz="2400">
              <a:latin typeface="Ebrima"/>
              <a:cs typeface="Ebrima"/>
            </a:endParaRPr>
          </a:p>
          <a:p>
            <a:pPr marL="332105" indent="-319405">
              <a:lnSpc>
                <a:spcPct val="100000"/>
              </a:lnSpc>
              <a:spcBef>
                <a:spcPts val="700"/>
              </a:spcBef>
              <a:buClr>
                <a:srgbClr val="DA1F28"/>
              </a:buClr>
              <a:buSzPct val="60416"/>
              <a:buFont typeface="Wingdings"/>
              <a:buChar char=""/>
              <a:tabLst>
                <a:tab pos="332105" algn="l"/>
              </a:tabLst>
            </a:pPr>
            <a:r>
              <a:rPr sz="2400" dirty="0">
                <a:latin typeface="Ebrima"/>
                <a:cs typeface="Ebrima"/>
              </a:rPr>
              <a:t>GIT</a:t>
            </a:r>
            <a:r>
              <a:rPr sz="2400" spc="-25" dirty="0">
                <a:latin typeface="Ebrima"/>
                <a:cs typeface="Ebrima"/>
              </a:rPr>
              <a:t> </a:t>
            </a:r>
            <a:r>
              <a:rPr sz="2400" dirty="0">
                <a:latin typeface="Ebrima"/>
                <a:cs typeface="Ebrima"/>
              </a:rPr>
              <a:t>System</a:t>
            </a:r>
            <a:r>
              <a:rPr sz="2400" spc="-50" dirty="0">
                <a:latin typeface="Ebrima"/>
                <a:cs typeface="Ebrima"/>
              </a:rPr>
              <a:t> </a:t>
            </a:r>
            <a:r>
              <a:rPr sz="2400" dirty="0">
                <a:latin typeface="Ebrima"/>
                <a:cs typeface="Ebrima"/>
              </a:rPr>
              <a:t>-</a:t>
            </a:r>
            <a:r>
              <a:rPr sz="2400" spc="-25" dirty="0">
                <a:latin typeface="Ebrima"/>
                <a:cs typeface="Ebrima"/>
              </a:rPr>
              <a:t> </a:t>
            </a:r>
            <a:r>
              <a:rPr sz="2400" dirty="0">
                <a:latin typeface="Ebrima"/>
                <a:cs typeface="Ebrima"/>
              </a:rPr>
              <a:t>Github</a:t>
            </a:r>
            <a:r>
              <a:rPr sz="2400" spc="-10" dirty="0">
                <a:latin typeface="Ebrima"/>
                <a:cs typeface="Ebrima"/>
              </a:rPr>
              <a:t> </a:t>
            </a:r>
            <a:r>
              <a:rPr sz="2400" dirty="0">
                <a:latin typeface="Ebrima"/>
                <a:cs typeface="Ebrima"/>
              </a:rPr>
              <a:t>/</a:t>
            </a:r>
            <a:r>
              <a:rPr sz="2400" spc="-25" dirty="0">
                <a:latin typeface="Ebrima"/>
                <a:cs typeface="Ebrima"/>
              </a:rPr>
              <a:t> </a:t>
            </a:r>
            <a:r>
              <a:rPr sz="2400" spc="-10" dirty="0">
                <a:latin typeface="Ebrima"/>
                <a:cs typeface="Ebrima"/>
              </a:rPr>
              <a:t>Gitlab</a:t>
            </a:r>
            <a:endParaRPr sz="2400">
              <a:latin typeface="Ebrima"/>
              <a:cs typeface="Ebrima"/>
            </a:endParaRPr>
          </a:p>
          <a:p>
            <a:pPr marL="332105" indent="-319405">
              <a:lnSpc>
                <a:spcPct val="100000"/>
              </a:lnSpc>
              <a:spcBef>
                <a:spcPts val="700"/>
              </a:spcBef>
              <a:buClr>
                <a:srgbClr val="DA1F28"/>
              </a:buClr>
              <a:buSzPct val="60416"/>
              <a:buFont typeface="Wingdings"/>
              <a:buChar char=""/>
              <a:tabLst>
                <a:tab pos="332105" algn="l"/>
              </a:tabLst>
            </a:pPr>
            <a:r>
              <a:rPr sz="2400" dirty="0">
                <a:latin typeface="Ebrima"/>
                <a:cs typeface="Ebrima"/>
              </a:rPr>
              <a:t>Adobe</a:t>
            </a:r>
            <a:r>
              <a:rPr sz="2400" spc="-85" dirty="0">
                <a:latin typeface="Ebrima"/>
                <a:cs typeface="Ebrima"/>
              </a:rPr>
              <a:t> </a:t>
            </a:r>
            <a:r>
              <a:rPr sz="2400" dirty="0">
                <a:latin typeface="Ebrima"/>
                <a:cs typeface="Ebrima"/>
              </a:rPr>
              <a:t>Photoshop,</a:t>
            </a:r>
            <a:r>
              <a:rPr sz="2400" spc="-50" dirty="0">
                <a:latin typeface="Ebrima"/>
                <a:cs typeface="Ebrima"/>
              </a:rPr>
              <a:t> </a:t>
            </a:r>
            <a:r>
              <a:rPr sz="2400" dirty="0">
                <a:latin typeface="Ebrima"/>
                <a:cs typeface="Ebrima"/>
              </a:rPr>
              <a:t>Figma,</a:t>
            </a:r>
            <a:r>
              <a:rPr sz="2400" spc="-75" dirty="0">
                <a:latin typeface="Ebrima"/>
                <a:cs typeface="Ebrima"/>
              </a:rPr>
              <a:t> </a:t>
            </a:r>
            <a:r>
              <a:rPr sz="2400" spc="-10" dirty="0">
                <a:latin typeface="Ebrima"/>
                <a:cs typeface="Ebrima"/>
              </a:rPr>
              <a:t>Canva</a:t>
            </a:r>
            <a:endParaRPr sz="2400">
              <a:latin typeface="Ebrima"/>
              <a:cs typeface="Ebrima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544068" rIns="0" bIns="0" rtlCol="0">
            <a:spAutoFit/>
          </a:bodyPr>
          <a:lstStyle/>
          <a:p>
            <a:pPr marL="3338195">
              <a:lnSpc>
                <a:spcPct val="100000"/>
              </a:lnSpc>
              <a:spcBef>
                <a:spcPts val="100"/>
              </a:spcBef>
            </a:pPr>
            <a:r>
              <a:rPr dirty="0"/>
              <a:t>Web</a:t>
            </a:r>
            <a:r>
              <a:rPr spc="-90" dirty="0"/>
              <a:t> </a:t>
            </a:r>
            <a:r>
              <a:rPr spc="-20" dirty="0"/>
              <a:t>Page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76400" y="1352549"/>
            <a:ext cx="5560313" cy="379095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544068" rIns="0" bIns="0" rtlCol="0">
            <a:spAutoFit/>
          </a:bodyPr>
          <a:lstStyle/>
          <a:p>
            <a:pPr marL="3338195">
              <a:lnSpc>
                <a:spcPct val="100000"/>
              </a:lnSpc>
              <a:spcBef>
                <a:spcPts val="100"/>
              </a:spcBef>
            </a:pPr>
            <a:r>
              <a:rPr dirty="0"/>
              <a:t>Web</a:t>
            </a:r>
            <a:r>
              <a:rPr spc="-90" dirty="0"/>
              <a:t> </a:t>
            </a:r>
            <a:r>
              <a:rPr spc="-20" dirty="0"/>
              <a:t>Page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19200" y="1297686"/>
            <a:ext cx="6498336" cy="363474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544068" rIns="0" bIns="0" rtlCol="0">
            <a:spAutoFit/>
          </a:bodyPr>
          <a:lstStyle/>
          <a:p>
            <a:pPr marL="3338195">
              <a:lnSpc>
                <a:spcPct val="100000"/>
              </a:lnSpc>
              <a:spcBef>
                <a:spcPts val="100"/>
              </a:spcBef>
            </a:pPr>
            <a:r>
              <a:rPr dirty="0"/>
              <a:t>Web</a:t>
            </a:r>
            <a:r>
              <a:rPr spc="-90" dirty="0"/>
              <a:t> </a:t>
            </a:r>
            <a:r>
              <a:rPr spc="-20" dirty="0"/>
              <a:t>Page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057400" y="1352550"/>
            <a:ext cx="5105400" cy="3530346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544068" rIns="0" bIns="0" rtlCol="0">
            <a:spAutoFit/>
          </a:bodyPr>
          <a:lstStyle/>
          <a:p>
            <a:pPr marL="3486785">
              <a:lnSpc>
                <a:spcPct val="100000"/>
              </a:lnSpc>
              <a:spcBef>
                <a:spcPts val="100"/>
              </a:spcBef>
            </a:pPr>
            <a:r>
              <a:rPr dirty="0"/>
              <a:t>Web</a:t>
            </a:r>
            <a:r>
              <a:rPr spc="-80" dirty="0"/>
              <a:t> </a:t>
            </a:r>
            <a:r>
              <a:rPr spc="-20" dirty="0"/>
              <a:t>Site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95400" y="1352550"/>
            <a:ext cx="6416802" cy="3517391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544068" rIns="0" bIns="0" rtlCol="0">
            <a:spAutoFit/>
          </a:bodyPr>
          <a:lstStyle/>
          <a:p>
            <a:pPr marL="3086100">
              <a:lnSpc>
                <a:spcPct val="100000"/>
              </a:lnSpc>
              <a:spcBef>
                <a:spcPts val="100"/>
              </a:spcBef>
            </a:pPr>
            <a:r>
              <a:rPr dirty="0"/>
              <a:t>Web</a:t>
            </a:r>
            <a:r>
              <a:rPr spc="-80" dirty="0"/>
              <a:t> </a:t>
            </a:r>
            <a:r>
              <a:rPr spc="-10" dirty="0"/>
              <a:t>Design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71194" y="1352550"/>
            <a:ext cx="6753606" cy="3517391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544068" rIns="0" bIns="0" rtlCol="0">
            <a:spAutoFit/>
          </a:bodyPr>
          <a:lstStyle/>
          <a:p>
            <a:pPr marL="3086100">
              <a:lnSpc>
                <a:spcPct val="100000"/>
              </a:lnSpc>
              <a:spcBef>
                <a:spcPts val="100"/>
              </a:spcBef>
            </a:pPr>
            <a:r>
              <a:rPr dirty="0"/>
              <a:t>Web</a:t>
            </a:r>
            <a:r>
              <a:rPr spc="-80" dirty="0"/>
              <a:t> </a:t>
            </a:r>
            <a:r>
              <a:rPr spc="-10" dirty="0"/>
              <a:t>Design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85544" y="1352550"/>
            <a:ext cx="5782056" cy="3517391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574547" rIns="0" bIns="0" rtlCol="0">
            <a:spAutoFit/>
          </a:bodyPr>
          <a:lstStyle/>
          <a:p>
            <a:pPr marL="1902460">
              <a:lnSpc>
                <a:spcPct val="100000"/>
              </a:lnSpc>
              <a:spcBef>
                <a:spcPts val="100"/>
              </a:spcBef>
            </a:pPr>
            <a:r>
              <a:rPr sz="4000" dirty="0"/>
              <a:t>Part</a:t>
            </a:r>
            <a:r>
              <a:rPr sz="4000" spc="-50" dirty="0"/>
              <a:t> </a:t>
            </a:r>
            <a:r>
              <a:rPr sz="4000" dirty="0"/>
              <a:t>of</a:t>
            </a:r>
            <a:r>
              <a:rPr sz="4000" spc="-50" dirty="0"/>
              <a:t> </a:t>
            </a:r>
            <a:r>
              <a:rPr sz="4000" dirty="0"/>
              <a:t>Web</a:t>
            </a:r>
            <a:r>
              <a:rPr sz="4000" spc="-50" dirty="0"/>
              <a:t> </a:t>
            </a:r>
            <a:r>
              <a:rPr sz="4000" spc="-10" dirty="0"/>
              <a:t>Designing</a:t>
            </a:r>
            <a:endParaRPr sz="4000"/>
          </a:p>
        </p:txBody>
      </p:sp>
      <p:sp>
        <p:nvSpPr>
          <p:cNvPr id="3" name="object 3"/>
          <p:cNvSpPr txBox="1"/>
          <p:nvPr/>
        </p:nvSpPr>
        <p:spPr>
          <a:xfrm>
            <a:off x="1831594" y="1362974"/>
            <a:ext cx="3770629" cy="321119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indent="513715">
              <a:lnSpc>
                <a:spcPct val="120200"/>
              </a:lnSpc>
              <a:spcBef>
                <a:spcPts val="95"/>
              </a:spcBef>
              <a:buClr>
                <a:srgbClr val="DA1F28"/>
              </a:buClr>
              <a:buSzPct val="60344"/>
              <a:buFont typeface="Wingdings"/>
              <a:buChar char=""/>
              <a:tabLst>
                <a:tab pos="526415" algn="l"/>
              </a:tabLst>
            </a:pPr>
            <a:r>
              <a:rPr sz="2900" dirty="0">
                <a:solidFill>
                  <a:srgbClr val="2B4976"/>
                </a:solidFill>
                <a:latin typeface="Arial MT"/>
                <a:cs typeface="Arial MT"/>
              </a:rPr>
              <a:t>Structure</a:t>
            </a:r>
            <a:r>
              <a:rPr sz="2900" spc="-45" dirty="0">
                <a:solidFill>
                  <a:srgbClr val="2B4976"/>
                </a:solidFill>
                <a:latin typeface="Arial MT"/>
                <a:cs typeface="Arial MT"/>
              </a:rPr>
              <a:t> </a:t>
            </a:r>
            <a:r>
              <a:rPr sz="2900" dirty="0">
                <a:solidFill>
                  <a:srgbClr val="2B4976"/>
                </a:solidFill>
                <a:latin typeface="Arial MT"/>
                <a:cs typeface="Arial MT"/>
              </a:rPr>
              <a:t>&amp;</a:t>
            </a:r>
            <a:r>
              <a:rPr sz="2900" spc="-30" dirty="0">
                <a:solidFill>
                  <a:srgbClr val="2B4976"/>
                </a:solidFill>
                <a:latin typeface="Arial MT"/>
                <a:cs typeface="Arial MT"/>
              </a:rPr>
              <a:t> </a:t>
            </a:r>
            <a:r>
              <a:rPr sz="2900" spc="-10" dirty="0">
                <a:solidFill>
                  <a:srgbClr val="2B4976"/>
                </a:solidFill>
                <a:latin typeface="Arial MT"/>
                <a:cs typeface="Arial MT"/>
              </a:rPr>
              <a:t>Content </a:t>
            </a:r>
            <a:r>
              <a:rPr sz="2900" dirty="0">
                <a:solidFill>
                  <a:srgbClr val="2B4976"/>
                </a:solidFill>
                <a:latin typeface="Arial MT"/>
                <a:cs typeface="Arial MT"/>
              </a:rPr>
              <a:t>[</a:t>
            </a:r>
            <a:r>
              <a:rPr sz="2900" spc="-60" dirty="0">
                <a:solidFill>
                  <a:srgbClr val="2B4976"/>
                </a:solidFill>
                <a:latin typeface="Arial MT"/>
                <a:cs typeface="Arial MT"/>
              </a:rPr>
              <a:t> </a:t>
            </a:r>
            <a:r>
              <a:rPr sz="2900" dirty="0">
                <a:solidFill>
                  <a:srgbClr val="2B4976"/>
                </a:solidFill>
                <a:latin typeface="Arial MT"/>
                <a:cs typeface="Arial MT"/>
              </a:rPr>
              <a:t>HTML</a:t>
            </a:r>
            <a:r>
              <a:rPr sz="2900" spc="-150" dirty="0">
                <a:solidFill>
                  <a:srgbClr val="2B4976"/>
                </a:solidFill>
                <a:latin typeface="Arial MT"/>
                <a:cs typeface="Arial MT"/>
              </a:rPr>
              <a:t> </a:t>
            </a:r>
            <a:r>
              <a:rPr sz="2900" spc="-50" dirty="0">
                <a:solidFill>
                  <a:srgbClr val="2B4976"/>
                </a:solidFill>
                <a:latin typeface="Arial MT"/>
                <a:cs typeface="Arial MT"/>
              </a:rPr>
              <a:t>]</a:t>
            </a:r>
            <a:endParaRPr sz="2900">
              <a:latin typeface="Arial MT"/>
              <a:cs typeface="Arial MT"/>
            </a:endParaRPr>
          </a:p>
          <a:p>
            <a:pPr marL="526415" indent="-513715">
              <a:lnSpc>
                <a:spcPct val="100000"/>
              </a:lnSpc>
              <a:spcBef>
                <a:spcPts val="700"/>
              </a:spcBef>
              <a:buClr>
                <a:srgbClr val="DA1F28"/>
              </a:buClr>
              <a:buSzPct val="60344"/>
              <a:buFont typeface="Wingdings"/>
              <a:buChar char=""/>
              <a:tabLst>
                <a:tab pos="526415" algn="l"/>
              </a:tabLst>
            </a:pPr>
            <a:r>
              <a:rPr sz="2900" spc="-10" dirty="0">
                <a:solidFill>
                  <a:srgbClr val="2B4976"/>
                </a:solidFill>
                <a:latin typeface="Arial MT"/>
                <a:cs typeface="Arial MT"/>
              </a:rPr>
              <a:t>Presentation</a:t>
            </a:r>
            <a:endParaRPr sz="29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700"/>
              </a:spcBef>
            </a:pPr>
            <a:r>
              <a:rPr sz="2900" dirty="0">
                <a:solidFill>
                  <a:srgbClr val="2B4976"/>
                </a:solidFill>
                <a:latin typeface="Arial MT"/>
                <a:cs typeface="Arial MT"/>
              </a:rPr>
              <a:t>[</a:t>
            </a:r>
            <a:r>
              <a:rPr sz="2900" spc="-70" dirty="0">
                <a:solidFill>
                  <a:srgbClr val="2B4976"/>
                </a:solidFill>
                <a:latin typeface="Arial MT"/>
                <a:cs typeface="Arial MT"/>
              </a:rPr>
              <a:t> </a:t>
            </a:r>
            <a:r>
              <a:rPr sz="2900" dirty="0">
                <a:solidFill>
                  <a:srgbClr val="2B4976"/>
                </a:solidFill>
                <a:latin typeface="Arial MT"/>
                <a:cs typeface="Arial MT"/>
              </a:rPr>
              <a:t>Css,</a:t>
            </a:r>
            <a:r>
              <a:rPr sz="2900" spc="-70" dirty="0">
                <a:solidFill>
                  <a:srgbClr val="2B4976"/>
                </a:solidFill>
                <a:latin typeface="Arial MT"/>
                <a:cs typeface="Arial MT"/>
              </a:rPr>
              <a:t> </a:t>
            </a:r>
            <a:r>
              <a:rPr sz="2900" dirty="0">
                <a:solidFill>
                  <a:srgbClr val="2B4976"/>
                </a:solidFill>
                <a:latin typeface="Arial MT"/>
                <a:cs typeface="Arial MT"/>
              </a:rPr>
              <a:t>JavaScript</a:t>
            </a:r>
            <a:r>
              <a:rPr sz="2900" spc="-60" dirty="0">
                <a:solidFill>
                  <a:srgbClr val="2B4976"/>
                </a:solidFill>
                <a:latin typeface="Arial MT"/>
                <a:cs typeface="Arial MT"/>
              </a:rPr>
              <a:t> </a:t>
            </a:r>
            <a:r>
              <a:rPr sz="2900" spc="-50" dirty="0">
                <a:solidFill>
                  <a:srgbClr val="2B4976"/>
                </a:solidFill>
                <a:latin typeface="Arial MT"/>
                <a:cs typeface="Arial MT"/>
              </a:rPr>
              <a:t>]</a:t>
            </a:r>
            <a:endParaRPr sz="2900">
              <a:latin typeface="Arial MT"/>
              <a:cs typeface="Arial MT"/>
            </a:endParaRPr>
          </a:p>
          <a:p>
            <a:pPr marL="12700" marR="1782445" indent="513715">
              <a:lnSpc>
                <a:spcPct val="120100"/>
              </a:lnSpc>
              <a:spcBef>
                <a:spcPts val="5"/>
              </a:spcBef>
              <a:buClr>
                <a:srgbClr val="DA1F28"/>
              </a:buClr>
              <a:buSzPct val="60344"/>
              <a:buFont typeface="Wingdings"/>
              <a:buChar char=""/>
              <a:tabLst>
                <a:tab pos="526415" algn="l"/>
              </a:tabLst>
            </a:pPr>
            <a:r>
              <a:rPr sz="2900" spc="-10" dirty="0">
                <a:solidFill>
                  <a:srgbClr val="2B4976"/>
                </a:solidFill>
                <a:latin typeface="Arial MT"/>
                <a:cs typeface="Arial MT"/>
              </a:rPr>
              <a:t>Behavior </a:t>
            </a:r>
            <a:r>
              <a:rPr sz="2900" dirty="0">
                <a:solidFill>
                  <a:srgbClr val="2B4976"/>
                </a:solidFill>
                <a:latin typeface="Arial MT"/>
                <a:cs typeface="Arial MT"/>
              </a:rPr>
              <a:t>[</a:t>
            </a:r>
            <a:r>
              <a:rPr sz="2900" spc="-70" dirty="0">
                <a:solidFill>
                  <a:srgbClr val="2B4976"/>
                </a:solidFill>
                <a:latin typeface="Arial MT"/>
                <a:cs typeface="Arial MT"/>
              </a:rPr>
              <a:t> </a:t>
            </a:r>
            <a:r>
              <a:rPr sz="2900" dirty="0">
                <a:solidFill>
                  <a:srgbClr val="2B4976"/>
                </a:solidFill>
                <a:latin typeface="Arial MT"/>
                <a:cs typeface="Arial MT"/>
              </a:rPr>
              <a:t>Browser</a:t>
            </a:r>
            <a:r>
              <a:rPr sz="2900" spc="-65" dirty="0">
                <a:solidFill>
                  <a:srgbClr val="2B4976"/>
                </a:solidFill>
                <a:latin typeface="Arial MT"/>
                <a:cs typeface="Arial MT"/>
              </a:rPr>
              <a:t> </a:t>
            </a:r>
            <a:r>
              <a:rPr sz="2900" spc="-50" dirty="0">
                <a:solidFill>
                  <a:srgbClr val="2B4976"/>
                </a:solidFill>
                <a:latin typeface="Arial MT"/>
                <a:cs typeface="Arial MT"/>
              </a:rPr>
              <a:t>]</a:t>
            </a:r>
            <a:endParaRPr sz="29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544068" rIns="0" bIns="0" rtlCol="0">
            <a:spAutoFit/>
          </a:bodyPr>
          <a:lstStyle/>
          <a:p>
            <a:pPr marL="2484120">
              <a:lnSpc>
                <a:spcPct val="100000"/>
              </a:lnSpc>
              <a:spcBef>
                <a:spcPts val="100"/>
              </a:spcBef>
            </a:pPr>
            <a:r>
              <a:rPr spc="-20" dirty="0"/>
              <a:t>Type</a:t>
            </a:r>
            <a:r>
              <a:rPr spc="-114" dirty="0"/>
              <a:t> </a:t>
            </a:r>
            <a:r>
              <a:rPr dirty="0"/>
              <a:t>of</a:t>
            </a:r>
            <a:r>
              <a:rPr spc="-130" dirty="0"/>
              <a:t> </a:t>
            </a:r>
            <a:r>
              <a:rPr dirty="0"/>
              <a:t>Web</a:t>
            </a:r>
            <a:r>
              <a:rPr spc="-114" dirty="0"/>
              <a:t> </a:t>
            </a:r>
            <a:r>
              <a:rPr spc="-20" dirty="0"/>
              <a:t>Site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974594" y="1200200"/>
            <a:ext cx="2806700" cy="1057275"/>
          </a:xfrm>
          <a:prstGeom prst="rect">
            <a:avLst/>
          </a:prstGeom>
        </p:spPr>
        <p:txBody>
          <a:bodyPr vert="horz" wrap="square" lIns="0" tIns="101600" rIns="0" bIns="0" rtlCol="0">
            <a:spAutoFit/>
          </a:bodyPr>
          <a:lstStyle/>
          <a:p>
            <a:pPr marL="332105" indent="-319405">
              <a:lnSpc>
                <a:spcPct val="100000"/>
              </a:lnSpc>
              <a:spcBef>
                <a:spcPts val="800"/>
              </a:spcBef>
              <a:buClr>
                <a:srgbClr val="DA1F28"/>
              </a:buClr>
              <a:buSzPct val="58928"/>
              <a:buFont typeface="Wingdings"/>
              <a:buChar char=""/>
              <a:tabLst>
                <a:tab pos="332105" algn="l"/>
              </a:tabLst>
            </a:pPr>
            <a:r>
              <a:rPr sz="2800" spc="-145" dirty="0">
                <a:latin typeface="Arial MT"/>
                <a:cs typeface="Arial MT"/>
              </a:rPr>
              <a:t>Static</a:t>
            </a:r>
            <a:r>
              <a:rPr sz="2800" spc="-25" dirty="0">
                <a:latin typeface="Arial MT"/>
                <a:cs typeface="Arial MT"/>
              </a:rPr>
              <a:t> </a:t>
            </a:r>
            <a:r>
              <a:rPr sz="2800" spc="-10" dirty="0">
                <a:latin typeface="Arial MT"/>
                <a:cs typeface="Arial MT"/>
              </a:rPr>
              <a:t>Website</a:t>
            </a:r>
            <a:endParaRPr sz="2800">
              <a:latin typeface="Arial MT"/>
              <a:cs typeface="Arial MT"/>
            </a:endParaRPr>
          </a:p>
          <a:p>
            <a:pPr marL="332105" indent="-319405">
              <a:lnSpc>
                <a:spcPct val="100000"/>
              </a:lnSpc>
              <a:spcBef>
                <a:spcPts val="700"/>
              </a:spcBef>
              <a:buClr>
                <a:srgbClr val="DA1F28"/>
              </a:buClr>
              <a:buSzPct val="58928"/>
              <a:buFont typeface="Wingdings"/>
              <a:buChar char=""/>
              <a:tabLst>
                <a:tab pos="332105" algn="l"/>
              </a:tabLst>
            </a:pPr>
            <a:r>
              <a:rPr sz="2800" spc="-225" dirty="0">
                <a:latin typeface="Arial MT"/>
                <a:cs typeface="Arial MT"/>
              </a:rPr>
              <a:t>Dynamic</a:t>
            </a:r>
            <a:r>
              <a:rPr sz="2800" spc="25" dirty="0">
                <a:latin typeface="Arial MT"/>
                <a:cs typeface="Arial MT"/>
              </a:rPr>
              <a:t> </a:t>
            </a:r>
            <a:r>
              <a:rPr sz="2800" spc="-125" dirty="0">
                <a:latin typeface="Arial MT"/>
                <a:cs typeface="Arial MT"/>
              </a:rPr>
              <a:t>Website</a:t>
            </a:r>
            <a:endParaRPr sz="2800">
              <a:latin typeface="Arial MT"/>
              <a:cs typeface="Arial MT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2647950"/>
            <a:ext cx="4114800" cy="1924050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581144" y="2266950"/>
            <a:ext cx="4562856" cy="257175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544068" rIns="0" bIns="0" rtlCol="0">
            <a:spAutoFit/>
          </a:bodyPr>
          <a:lstStyle/>
          <a:p>
            <a:pPr marL="2686050">
              <a:lnSpc>
                <a:spcPct val="100000"/>
              </a:lnSpc>
              <a:spcBef>
                <a:spcPts val="100"/>
              </a:spcBef>
            </a:pPr>
            <a:r>
              <a:rPr dirty="0"/>
              <a:t>Static</a:t>
            </a:r>
            <a:r>
              <a:rPr spc="-110" dirty="0"/>
              <a:t> </a:t>
            </a:r>
            <a:r>
              <a:rPr dirty="0"/>
              <a:t>Web</a:t>
            </a:r>
            <a:r>
              <a:rPr spc="-100" dirty="0"/>
              <a:t> </a:t>
            </a:r>
            <a:r>
              <a:rPr spc="-20" dirty="0"/>
              <a:t>Site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83540" y="1441450"/>
            <a:ext cx="8439150" cy="2235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900" spc="-200" dirty="0">
                <a:latin typeface="Arial MT"/>
                <a:cs typeface="Arial MT"/>
              </a:rPr>
              <a:t>A</a:t>
            </a:r>
            <a:r>
              <a:rPr sz="2900" spc="-10" dirty="0">
                <a:latin typeface="Arial MT"/>
                <a:cs typeface="Arial MT"/>
              </a:rPr>
              <a:t> </a:t>
            </a:r>
            <a:r>
              <a:rPr sz="2900" b="1" spc="-229" dirty="0">
                <a:latin typeface="Arial"/>
                <a:cs typeface="Arial"/>
              </a:rPr>
              <a:t>static</a:t>
            </a:r>
            <a:r>
              <a:rPr sz="2900" b="1" spc="-35" dirty="0">
                <a:latin typeface="Arial"/>
                <a:cs typeface="Arial"/>
              </a:rPr>
              <a:t> </a:t>
            </a:r>
            <a:r>
              <a:rPr sz="2900" b="1" spc="-195" dirty="0">
                <a:latin typeface="Arial"/>
                <a:cs typeface="Arial"/>
              </a:rPr>
              <a:t>website</a:t>
            </a:r>
            <a:r>
              <a:rPr sz="2900" b="1" spc="-5" dirty="0">
                <a:latin typeface="Arial"/>
                <a:cs typeface="Arial"/>
              </a:rPr>
              <a:t> </a:t>
            </a:r>
            <a:r>
              <a:rPr sz="2900" spc="-220" dirty="0">
                <a:latin typeface="Arial MT"/>
                <a:cs typeface="Arial MT"/>
              </a:rPr>
              <a:t>contains</a:t>
            </a:r>
            <a:r>
              <a:rPr sz="2900" spc="5" dirty="0">
                <a:latin typeface="Arial MT"/>
                <a:cs typeface="Arial MT"/>
              </a:rPr>
              <a:t> </a:t>
            </a:r>
            <a:r>
              <a:rPr sz="2900" b="1" spc="-325" dirty="0">
                <a:latin typeface="Arial"/>
                <a:cs typeface="Arial"/>
              </a:rPr>
              <a:t>Web</a:t>
            </a:r>
            <a:r>
              <a:rPr sz="2900" b="1" spc="-35" dirty="0">
                <a:latin typeface="Arial"/>
                <a:cs typeface="Arial"/>
              </a:rPr>
              <a:t> </a:t>
            </a:r>
            <a:r>
              <a:rPr sz="2900" b="1" spc="-229" dirty="0">
                <a:latin typeface="Arial"/>
                <a:cs typeface="Arial"/>
              </a:rPr>
              <a:t>pages</a:t>
            </a:r>
            <a:r>
              <a:rPr sz="2900" b="1" spc="-5" dirty="0">
                <a:latin typeface="Arial"/>
                <a:cs typeface="Arial"/>
              </a:rPr>
              <a:t> </a:t>
            </a:r>
            <a:r>
              <a:rPr sz="2900" spc="-130" dirty="0">
                <a:latin typeface="Arial MT"/>
                <a:cs typeface="Arial MT"/>
              </a:rPr>
              <a:t>with</a:t>
            </a:r>
            <a:r>
              <a:rPr sz="2900" spc="-10" dirty="0">
                <a:latin typeface="Arial MT"/>
                <a:cs typeface="Arial MT"/>
              </a:rPr>
              <a:t> </a:t>
            </a:r>
            <a:r>
              <a:rPr sz="2900" dirty="0">
                <a:latin typeface="Arial MT"/>
                <a:cs typeface="Arial MT"/>
              </a:rPr>
              <a:t>fixed</a:t>
            </a:r>
            <a:r>
              <a:rPr sz="2900" spc="-10" dirty="0">
                <a:latin typeface="Arial MT"/>
                <a:cs typeface="Arial MT"/>
              </a:rPr>
              <a:t> </a:t>
            </a:r>
            <a:r>
              <a:rPr sz="2900" spc="-60" dirty="0">
                <a:latin typeface="Arial MT"/>
                <a:cs typeface="Arial MT"/>
              </a:rPr>
              <a:t>content.</a:t>
            </a:r>
            <a:endParaRPr sz="2900">
              <a:latin typeface="Arial MT"/>
              <a:cs typeface="Arial MT"/>
            </a:endParaRPr>
          </a:p>
          <a:p>
            <a:pPr marL="332740" marR="5080">
              <a:lnSpc>
                <a:spcPct val="100000"/>
              </a:lnSpc>
            </a:pPr>
            <a:r>
              <a:rPr sz="2900" spc="-325" dirty="0">
                <a:latin typeface="Arial MT"/>
                <a:cs typeface="Arial MT"/>
              </a:rPr>
              <a:t>Each</a:t>
            </a:r>
            <a:r>
              <a:rPr sz="2900" dirty="0">
                <a:latin typeface="Arial MT"/>
                <a:cs typeface="Arial MT"/>
              </a:rPr>
              <a:t> </a:t>
            </a:r>
            <a:r>
              <a:rPr sz="2900" spc="-40" dirty="0">
                <a:latin typeface="Arial MT"/>
                <a:cs typeface="Arial MT"/>
              </a:rPr>
              <a:t>page</a:t>
            </a:r>
            <a:r>
              <a:rPr sz="2900" spc="-160" dirty="0">
                <a:latin typeface="Arial MT"/>
                <a:cs typeface="Arial MT"/>
              </a:rPr>
              <a:t> </a:t>
            </a:r>
            <a:r>
              <a:rPr sz="2900" spc="-254" dirty="0">
                <a:latin typeface="Arial MT"/>
                <a:cs typeface="Arial MT"/>
              </a:rPr>
              <a:t>is</a:t>
            </a:r>
            <a:r>
              <a:rPr sz="2900" spc="-10" dirty="0">
                <a:latin typeface="Arial MT"/>
                <a:cs typeface="Arial MT"/>
              </a:rPr>
              <a:t> </a:t>
            </a:r>
            <a:r>
              <a:rPr sz="2900" spc="-140" dirty="0">
                <a:latin typeface="Arial MT"/>
                <a:cs typeface="Arial MT"/>
              </a:rPr>
              <a:t>coded</a:t>
            </a:r>
            <a:r>
              <a:rPr sz="2900" spc="-55" dirty="0">
                <a:latin typeface="Arial MT"/>
                <a:cs typeface="Arial MT"/>
              </a:rPr>
              <a:t> </a:t>
            </a:r>
            <a:r>
              <a:rPr sz="2900" spc="-170" dirty="0">
                <a:latin typeface="Arial MT"/>
                <a:cs typeface="Arial MT"/>
              </a:rPr>
              <a:t>in</a:t>
            </a:r>
            <a:r>
              <a:rPr sz="2900" spc="-30" dirty="0">
                <a:latin typeface="Arial MT"/>
                <a:cs typeface="Arial MT"/>
              </a:rPr>
              <a:t> </a:t>
            </a:r>
            <a:r>
              <a:rPr sz="2900" spc="-65" dirty="0">
                <a:latin typeface="Arial MT"/>
                <a:cs typeface="Arial MT"/>
              </a:rPr>
              <a:t>plain</a:t>
            </a:r>
            <a:r>
              <a:rPr sz="2900" spc="-45" dirty="0">
                <a:latin typeface="Arial MT"/>
                <a:cs typeface="Arial MT"/>
              </a:rPr>
              <a:t> </a:t>
            </a:r>
            <a:r>
              <a:rPr sz="2900" spc="-395" dirty="0">
                <a:latin typeface="Arial MT"/>
                <a:cs typeface="Arial MT"/>
              </a:rPr>
              <a:t>HTML</a:t>
            </a:r>
            <a:r>
              <a:rPr sz="2900" spc="-10" dirty="0">
                <a:latin typeface="Arial MT"/>
                <a:cs typeface="Arial MT"/>
              </a:rPr>
              <a:t> </a:t>
            </a:r>
            <a:r>
              <a:rPr sz="2900" spc="-100" dirty="0">
                <a:latin typeface="Arial MT"/>
                <a:cs typeface="Arial MT"/>
              </a:rPr>
              <a:t>and</a:t>
            </a:r>
            <a:r>
              <a:rPr sz="2900" spc="-40" dirty="0">
                <a:latin typeface="Arial MT"/>
                <a:cs typeface="Arial MT"/>
              </a:rPr>
              <a:t> </a:t>
            </a:r>
            <a:r>
              <a:rPr sz="2900" spc="-145" dirty="0">
                <a:latin typeface="Arial MT"/>
                <a:cs typeface="Arial MT"/>
              </a:rPr>
              <a:t>displays</a:t>
            </a:r>
            <a:r>
              <a:rPr sz="2900" spc="-35" dirty="0">
                <a:latin typeface="Arial MT"/>
                <a:cs typeface="Arial MT"/>
              </a:rPr>
              <a:t> </a:t>
            </a:r>
            <a:r>
              <a:rPr sz="2900" spc="-25" dirty="0">
                <a:latin typeface="Arial MT"/>
                <a:cs typeface="Arial MT"/>
              </a:rPr>
              <a:t>the </a:t>
            </a:r>
            <a:r>
              <a:rPr sz="2900" spc="-305" dirty="0">
                <a:latin typeface="Arial MT"/>
                <a:cs typeface="Arial MT"/>
              </a:rPr>
              <a:t>same</a:t>
            </a:r>
            <a:r>
              <a:rPr sz="2900" spc="-10" dirty="0">
                <a:latin typeface="Arial MT"/>
                <a:cs typeface="Arial MT"/>
              </a:rPr>
              <a:t> </a:t>
            </a:r>
            <a:r>
              <a:rPr sz="2900" spc="-130" dirty="0">
                <a:latin typeface="Arial MT"/>
                <a:cs typeface="Arial MT"/>
              </a:rPr>
              <a:t>information</a:t>
            </a:r>
            <a:r>
              <a:rPr sz="2900" spc="-70" dirty="0">
                <a:latin typeface="Arial MT"/>
                <a:cs typeface="Arial MT"/>
              </a:rPr>
              <a:t> </a:t>
            </a:r>
            <a:r>
              <a:rPr sz="2900" spc="-10" dirty="0">
                <a:latin typeface="Arial MT"/>
                <a:cs typeface="Arial MT"/>
              </a:rPr>
              <a:t>to</a:t>
            </a:r>
            <a:r>
              <a:rPr sz="2900" spc="-75" dirty="0">
                <a:latin typeface="Arial MT"/>
                <a:cs typeface="Arial MT"/>
              </a:rPr>
              <a:t> </a:t>
            </a:r>
            <a:r>
              <a:rPr sz="2900" spc="-110" dirty="0">
                <a:latin typeface="Arial MT"/>
                <a:cs typeface="Arial MT"/>
              </a:rPr>
              <a:t>every</a:t>
            </a:r>
            <a:r>
              <a:rPr sz="2900" spc="-45" dirty="0">
                <a:latin typeface="Arial MT"/>
                <a:cs typeface="Arial MT"/>
              </a:rPr>
              <a:t> </a:t>
            </a:r>
            <a:r>
              <a:rPr sz="2900" spc="-165" dirty="0">
                <a:latin typeface="Arial MT"/>
                <a:cs typeface="Arial MT"/>
              </a:rPr>
              <a:t>visitor.</a:t>
            </a:r>
            <a:r>
              <a:rPr sz="2900" spc="-35" dirty="0">
                <a:latin typeface="Arial MT"/>
                <a:cs typeface="Arial MT"/>
              </a:rPr>
              <a:t> </a:t>
            </a:r>
            <a:r>
              <a:rPr sz="2900" spc="-190" dirty="0">
                <a:latin typeface="Arial MT"/>
                <a:cs typeface="Arial MT"/>
              </a:rPr>
              <a:t>Unlike</a:t>
            </a:r>
            <a:r>
              <a:rPr sz="2900" spc="-10" dirty="0">
                <a:latin typeface="Arial MT"/>
                <a:cs typeface="Arial MT"/>
              </a:rPr>
              <a:t> dynamic </a:t>
            </a:r>
            <a:r>
              <a:rPr sz="2900" spc="-220" dirty="0">
                <a:latin typeface="Arial MT"/>
                <a:cs typeface="Arial MT"/>
              </a:rPr>
              <a:t>websites,</a:t>
            </a:r>
            <a:r>
              <a:rPr sz="2900" dirty="0">
                <a:latin typeface="Arial MT"/>
                <a:cs typeface="Arial MT"/>
              </a:rPr>
              <a:t> </a:t>
            </a:r>
            <a:r>
              <a:rPr sz="2900" spc="-165" dirty="0">
                <a:latin typeface="Arial MT"/>
                <a:cs typeface="Arial MT"/>
              </a:rPr>
              <a:t>they</a:t>
            </a:r>
            <a:r>
              <a:rPr sz="2900" spc="-35" dirty="0">
                <a:latin typeface="Arial MT"/>
                <a:cs typeface="Arial MT"/>
              </a:rPr>
              <a:t> </a:t>
            </a:r>
            <a:r>
              <a:rPr sz="2900" spc="-10" dirty="0">
                <a:latin typeface="Arial MT"/>
                <a:cs typeface="Arial MT"/>
              </a:rPr>
              <a:t>do</a:t>
            </a:r>
            <a:r>
              <a:rPr sz="2900" spc="-125" dirty="0">
                <a:latin typeface="Arial MT"/>
                <a:cs typeface="Arial MT"/>
              </a:rPr>
              <a:t> </a:t>
            </a:r>
            <a:r>
              <a:rPr sz="2900" spc="-170" dirty="0">
                <a:latin typeface="Arial MT"/>
                <a:cs typeface="Arial MT"/>
              </a:rPr>
              <a:t>not</a:t>
            </a:r>
            <a:r>
              <a:rPr sz="2900" spc="-30" dirty="0">
                <a:latin typeface="Arial MT"/>
                <a:cs typeface="Arial MT"/>
              </a:rPr>
              <a:t> </a:t>
            </a:r>
            <a:r>
              <a:rPr sz="2900" spc="-95" dirty="0">
                <a:latin typeface="Arial MT"/>
                <a:cs typeface="Arial MT"/>
              </a:rPr>
              <a:t>require</a:t>
            </a:r>
            <a:r>
              <a:rPr sz="2900" spc="-45" dirty="0">
                <a:latin typeface="Arial MT"/>
                <a:cs typeface="Arial MT"/>
              </a:rPr>
              <a:t> </a:t>
            </a:r>
            <a:r>
              <a:rPr sz="2900" spc="-140" dirty="0">
                <a:latin typeface="Arial MT"/>
                <a:cs typeface="Arial MT"/>
              </a:rPr>
              <a:t>any</a:t>
            </a:r>
            <a:r>
              <a:rPr sz="2900" spc="-20" dirty="0">
                <a:latin typeface="Arial MT"/>
                <a:cs typeface="Arial MT"/>
              </a:rPr>
              <a:t> </a:t>
            </a:r>
            <a:r>
              <a:rPr sz="2900" b="1" spc="-325" dirty="0">
                <a:latin typeface="Arial"/>
                <a:cs typeface="Arial"/>
              </a:rPr>
              <a:t>Web</a:t>
            </a:r>
            <a:r>
              <a:rPr sz="2900" b="1" spc="-10" dirty="0">
                <a:latin typeface="Arial"/>
                <a:cs typeface="Arial"/>
              </a:rPr>
              <a:t> </a:t>
            </a:r>
            <a:r>
              <a:rPr sz="2900" spc="-160" dirty="0">
                <a:latin typeface="Arial MT"/>
                <a:cs typeface="Arial MT"/>
              </a:rPr>
              <a:t>programming</a:t>
            </a:r>
            <a:r>
              <a:rPr sz="2900" spc="-20" dirty="0">
                <a:latin typeface="Arial MT"/>
                <a:cs typeface="Arial MT"/>
              </a:rPr>
              <a:t> </a:t>
            </a:r>
            <a:r>
              <a:rPr sz="2900" spc="-25" dirty="0">
                <a:latin typeface="Arial MT"/>
                <a:cs typeface="Arial MT"/>
              </a:rPr>
              <a:t>or </a:t>
            </a:r>
            <a:r>
              <a:rPr sz="2900" spc="-90" dirty="0">
                <a:latin typeface="Arial MT"/>
                <a:cs typeface="Arial MT"/>
              </a:rPr>
              <a:t>database</a:t>
            </a:r>
            <a:r>
              <a:rPr sz="2900" spc="-45" dirty="0">
                <a:latin typeface="Arial MT"/>
                <a:cs typeface="Arial MT"/>
              </a:rPr>
              <a:t> design.</a:t>
            </a:r>
            <a:endParaRPr sz="29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544068" rIns="0" bIns="0" rtlCol="0">
            <a:spAutoFit/>
          </a:bodyPr>
          <a:lstStyle/>
          <a:p>
            <a:pPr marL="2686050">
              <a:lnSpc>
                <a:spcPct val="100000"/>
              </a:lnSpc>
              <a:spcBef>
                <a:spcPts val="100"/>
              </a:spcBef>
            </a:pPr>
            <a:r>
              <a:rPr dirty="0"/>
              <a:t>Static</a:t>
            </a:r>
            <a:r>
              <a:rPr spc="-110" dirty="0"/>
              <a:t> </a:t>
            </a:r>
            <a:r>
              <a:rPr dirty="0"/>
              <a:t>Web</a:t>
            </a:r>
            <a:r>
              <a:rPr spc="-100" dirty="0"/>
              <a:t> </a:t>
            </a:r>
            <a:r>
              <a:rPr spc="-20" dirty="0"/>
              <a:t>Site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57200" y="1504950"/>
            <a:ext cx="8157972" cy="29718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544068" rIns="0" bIns="0" rtlCol="0">
            <a:spAutoFit/>
          </a:bodyPr>
          <a:lstStyle/>
          <a:p>
            <a:pPr marL="2300605">
              <a:lnSpc>
                <a:spcPct val="100000"/>
              </a:lnSpc>
              <a:spcBef>
                <a:spcPts val="100"/>
              </a:spcBef>
            </a:pPr>
            <a:r>
              <a:rPr dirty="0"/>
              <a:t>Dynamic</a:t>
            </a:r>
            <a:r>
              <a:rPr spc="-130" dirty="0"/>
              <a:t> </a:t>
            </a:r>
            <a:r>
              <a:rPr dirty="0"/>
              <a:t>Web</a:t>
            </a:r>
            <a:r>
              <a:rPr spc="-125" dirty="0"/>
              <a:t> </a:t>
            </a:r>
            <a:r>
              <a:rPr spc="-20" dirty="0"/>
              <a:t>Site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83540" y="1372869"/>
            <a:ext cx="8392160" cy="3023235"/>
          </a:xfrm>
          <a:prstGeom prst="rect">
            <a:avLst/>
          </a:prstGeom>
        </p:spPr>
        <p:txBody>
          <a:bodyPr vert="horz" wrap="square" lIns="0" tIns="88900" rIns="0" bIns="0" rtlCol="0">
            <a:spAutoFit/>
          </a:bodyPr>
          <a:lstStyle/>
          <a:p>
            <a:pPr marL="332740" marR="285115" indent="-320040">
              <a:lnSpc>
                <a:spcPct val="80000"/>
              </a:lnSpc>
              <a:spcBef>
                <a:spcPts val="700"/>
              </a:spcBef>
            </a:pPr>
            <a:r>
              <a:rPr sz="2500" spc="-200" dirty="0">
                <a:latin typeface="Arial MT"/>
                <a:cs typeface="Arial MT"/>
              </a:rPr>
              <a:t>Dynamic</a:t>
            </a:r>
            <a:r>
              <a:rPr sz="2500" spc="-10" dirty="0">
                <a:latin typeface="Arial MT"/>
                <a:cs typeface="Arial MT"/>
              </a:rPr>
              <a:t> </a:t>
            </a:r>
            <a:r>
              <a:rPr sz="2500" spc="-150" dirty="0">
                <a:latin typeface="Arial MT"/>
                <a:cs typeface="Arial MT"/>
              </a:rPr>
              <a:t>website</a:t>
            </a:r>
            <a:r>
              <a:rPr sz="2500" spc="-20" dirty="0">
                <a:latin typeface="Arial MT"/>
                <a:cs typeface="Arial MT"/>
              </a:rPr>
              <a:t> </a:t>
            </a:r>
            <a:r>
              <a:rPr sz="2500" spc="-225" dirty="0">
                <a:latin typeface="Arial MT"/>
                <a:cs typeface="Arial MT"/>
              </a:rPr>
              <a:t>is</a:t>
            </a:r>
            <a:r>
              <a:rPr sz="2500" dirty="0">
                <a:latin typeface="Arial MT"/>
                <a:cs typeface="Arial MT"/>
              </a:rPr>
              <a:t> a</a:t>
            </a:r>
            <a:r>
              <a:rPr sz="2500" spc="5" dirty="0">
                <a:latin typeface="Arial MT"/>
                <a:cs typeface="Arial MT"/>
              </a:rPr>
              <a:t> </a:t>
            </a:r>
            <a:r>
              <a:rPr sz="2500" spc="-140" dirty="0">
                <a:latin typeface="Arial MT"/>
                <a:cs typeface="Arial MT"/>
              </a:rPr>
              <a:t>collection</a:t>
            </a:r>
            <a:r>
              <a:rPr sz="2500" spc="5" dirty="0">
                <a:latin typeface="Arial MT"/>
                <a:cs typeface="Arial MT"/>
              </a:rPr>
              <a:t> </a:t>
            </a:r>
            <a:r>
              <a:rPr sz="2500" dirty="0">
                <a:latin typeface="Arial MT"/>
                <a:cs typeface="Arial MT"/>
              </a:rPr>
              <a:t>of</a:t>
            </a:r>
            <a:r>
              <a:rPr sz="2500" spc="75" dirty="0">
                <a:latin typeface="Arial MT"/>
                <a:cs typeface="Arial MT"/>
              </a:rPr>
              <a:t> </a:t>
            </a:r>
            <a:r>
              <a:rPr sz="2500" spc="-165" dirty="0">
                <a:latin typeface="Arial MT"/>
                <a:cs typeface="Arial MT"/>
              </a:rPr>
              <a:t>dynamic</a:t>
            </a:r>
            <a:r>
              <a:rPr sz="2500" spc="-15" dirty="0">
                <a:latin typeface="Arial MT"/>
                <a:cs typeface="Arial MT"/>
              </a:rPr>
              <a:t> </a:t>
            </a:r>
            <a:r>
              <a:rPr sz="2500" spc="-125" dirty="0">
                <a:latin typeface="Arial MT"/>
                <a:cs typeface="Arial MT"/>
              </a:rPr>
              <a:t>web</a:t>
            </a:r>
            <a:r>
              <a:rPr sz="2500" spc="-20" dirty="0">
                <a:latin typeface="Arial MT"/>
                <a:cs typeface="Arial MT"/>
              </a:rPr>
              <a:t> </a:t>
            </a:r>
            <a:r>
              <a:rPr sz="2500" spc="-125" dirty="0">
                <a:latin typeface="Arial MT"/>
                <a:cs typeface="Arial MT"/>
              </a:rPr>
              <a:t>pages</a:t>
            </a:r>
            <a:r>
              <a:rPr sz="2500" spc="-10" dirty="0">
                <a:latin typeface="Arial MT"/>
                <a:cs typeface="Arial MT"/>
              </a:rPr>
              <a:t> whose </a:t>
            </a:r>
            <a:r>
              <a:rPr sz="2500" spc="-180" dirty="0">
                <a:latin typeface="Arial MT"/>
                <a:cs typeface="Arial MT"/>
              </a:rPr>
              <a:t>content</a:t>
            </a:r>
            <a:r>
              <a:rPr sz="2500" spc="-5" dirty="0">
                <a:latin typeface="Arial MT"/>
                <a:cs typeface="Arial MT"/>
              </a:rPr>
              <a:t> </a:t>
            </a:r>
            <a:r>
              <a:rPr sz="2500" spc="-210" dirty="0">
                <a:latin typeface="Arial MT"/>
                <a:cs typeface="Arial MT"/>
              </a:rPr>
              <a:t>changes</a:t>
            </a:r>
            <a:r>
              <a:rPr sz="2500" spc="-5" dirty="0">
                <a:latin typeface="Arial MT"/>
                <a:cs typeface="Arial MT"/>
              </a:rPr>
              <a:t> </a:t>
            </a:r>
            <a:r>
              <a:rPr sz="2500" spc="-125" dirty="0">
                <a:latin typeface="Arial MT"/>
                <a:cs typeface="Arial MT"/>
              </a:rPr>
              <a:t>dynamically.</a:t>
            </a:r>
            <a:r>
              <a:rPr sz="2500" spc="-15" dirty="0">
                <a:latin typeface="Arial MT"/>
                <a:cs typeface="Arial MT"/>
              </a:rPr>
              <a:t> </a:t>
            </a:r>
            <a:r>
              <a:rPr sz="2500" spc="-20" dirty="0">
                <a:latin typeface="Arial MT"/>
                <a:cs typeface="Arial MT"/>
              </a:rPr>
              <a:t>It</a:t>
            </a:r>
            <a:r>
              <a:rPr sz="2500" spc="-5" dirty="0">
                <a:latin typeface="Arial MT"/>
                <a:cs typeface="Arial MT"/>
              </a:rPr>
              <a:t> </a:t>
            </a:r>
            <a:r>
              <a:rPr sz="2500" spc="-270" dirty="0">
                <a:latin typeface="Arial MT"/>
                <a:cs typeface="Arial MT"/>
              </a:rPr>
              <a:t>accesses</a:t>
            </a:r>
            <a:r>
              <a:rPr sz="2500" dirty="0">
                <a:latin typeface="Arial MT"/>
                <a:cs typeface="Arial MT"/>
              </a:rPr>
              <a:t> </a:t>
            </a:r>
            <a:r>
              <a:rPr sz="2500" spc="-180" dirty="0">
                <a:latin typeface="Arial MT"/>
                <a:cs typeface="Arial MT"/>
              </a:rPr>
              <a:t>content</a:t>
            </a:r>
            <a:r>
              <a:rPr sz="2500" spc="-5" dirty="0">
                <a:latin typeface="Arial MT"/>
                <a:cs typeface="Arial MT"/>
              </a:rPr>
              <a:t> </a:t>
            </a:r>
            <a:r>
              <a:rPr sz="2500" spc="-110" dirty="0">
                <a:latin typeface="Arial MT"/>
                <a:cs typeface="Arial MT"/>
              </a:rPr>
              <a:t>from</a:t>
            </a:r>
            <a:r>
              <a:rPr sz="2500" spc="-10" dirty="0">
                <a:latin typeface="Arial MT"/>
                <a:cs typeface="Arial MT"/>
              </a:rPr>
              <a:t> </a:t>
            </a:r>
            <a:r>
              <a:rPr sz="2500" spc="-50" dirty="0">
                <a:latin typeface="Arial MT"/>
                <a:cs typeface="Arial MT"/>
              </a:rPr>
              <a:t>a </a:t>
            </a:r>
            <a:r>
              <a:rPr sz="2500" spc="-95" dirty="0">
                <a:latin typeface="Arial MT"/>
                <a:cs typeface="Arial MT"/>
              </a:rPr>
              <a:t>database.</a:t>
            </a:r>
            <a:r>
              <a:rPr sz="2500" spc="-80" dirty="0">
                <a:latin typeface="Arial MT"/>
                <a:cs typeface="Arial MT"/>
              </a:rPr>
              <a:t> </a:t>
            </a:r>
            <a:r>
              <a:rPr sz="2500" spc="-150" dirty="0">
                <a:latin typeface="Arial MT"/>
                <a:cs typeface="Arial MT"/>
              </a:rPr>
              <a:t>Therefore,</a:t>
            </a:r>
            <a:r>
              <a:rPr sz="2500" spc="-25" dirty="0">
                <a:latin typeface="Arial MT"/>
                <a:cs typeface="Arial MT"/>
              </a:rPr>
              <a:t> </a:t>
            </a:r>
            <a:r>
              <a:rPr sz="2500" spc="-229" dirty="0">
                <a:latin typeface="Arial MT"/>
                <a:cs typeface="Arial MT"/>
              </a:rPr>
              <a:t>when</a:t>
            </a:r>
            <a:r>
              <a:rPr sz="2500" spc="-15" dirty="0">
                <a:latin typeface="Arial MT"/>
                <a:cs typeface="Arial MT"/>
              </a:rPr>
              <a:t> </a:t>
            </a:r>
            <a:r>
              <a:rPr sz="2500" spc="-180" dirty="0">
                <a:latin typeface="Arial MT"/>
                <a:cs typeface="Arial MT"/>
              </a:rPr>
              <a:t>you</a:t>
            </a:r>
            <a:r>
              <a:rPr sz="2500" spc="-15" dirty="0">
                <a:latin typeface="Arial MT"/>
                <a:cs typeface="Arial MT"/>
              </a:rPr>
              <a:t> </a:t>
            </a:r>
            <a:r>
              <a:rPr sz="2500" spc="-10" dirty="0">
                <a:latin typeface="Arial MT"/>
                <a:cs typeface="Arial MT"/>
              </a:rPr>
              <a:t>alter</a:t>
            </a:r>
            <a:r>
              <a:rPr sz="2500" spc="-75" dirty="0">
                <a:latin typeface="Arial MT"/>
                <a:cs typeface="Arial MT"/>
              </a:rPr>
              <a:t> </a:t>
            </a:r>
            <a:r>
              <a:rPr sz="2500" dirty="0">
                <a:latin typeface="Arial MT"/>
                <a:cs typeface="Arial MT"/>
              </a:rPr>
              <a:t>or</a:t>
            </a:r>
            <a:r>
              <a:rPr sz="2500" spc="-25" dirty="0">
                <a:latin typeface="Arial MT"/>
                <a:cs typeface="Arial MT"/>
              </a:rPr>
              <a:t> </a:t>
            </a:r>
            <a:r>
              <a:rPr sz="2500" spc="-85" dirty="0">
                <a:latin typeface="Arial MT"/>
                <a:cs typeface="Arial MT"/>
              </a:rPr>
              <a:t>update</a:t>
            </a:r>
            <a:r>
              <a:rPr sz="2500" spc="-60" dirty="0">
                <a:latin typeface="Arial MT"/>
                <a:cs typeface="Arial MT"/>
              </a:rPr>
              <a:t> </a:t>
            </a:r>
            <a:r>
              <a:rPr sz="2500" spc="-150" dirty="0">
                <a:latin typeface="Arial MT"/>
                <a:cs typeface="Arial MT"/>
              </a:rPr>
              <a:t>the</a:t>
            </a:r>
            <a:r>
              <a:rPr sz="2500" spc="-25" dirty="0">
                <a:latin typeface="Arial MT"/>
                <a:cs typeface="Arial MT"/>
              </a:rPr>
              <a:t> </a:t>
            </a:r>
            <a:r>
              <a:rPr sz="2500" spc="-175" dirty="0">
                <a:latin typeface="Arial MT"/>
                <a:cs typeface="Arial MT"/>
              </a:rPr>
              <a:t>content</a:t>
            </a:r>
            <a:r>
              <a:rPr sz="2500" spc="-15" dirty="0">
                <a:latin typeface="Arial MT"/>
                <a:cs typeface="Arial MT"/>
              </a:rPr>
              <a:t> </a:t>
            </a:r>
            <a:r>
              <a:rPr sz="2500" spc="-25" dirty="0">
                <a:latin typeface="Arial MT"/>
                <a:cs typeface="Arial MT"/>
              </a:rPr>
              <a:t>of </a:t>
            </a:r>
            <a:r>
              <a:rPr sz="2500" spc="-150" dirty="0">
                <a:latin typeface="Arial MT"/>
                <a:cs typeface="Arial MT"/>
              </a:rPr>
              <a:t>the</a:t>
            </a:r>
            <a:r>
              <a:rPr sz="2500" spc="-5" dirty="0">
                <a:latin typeface="Arial MT"/>
                <a:cs typeface="Arial MT"/>
              </a:rPr>
              <a:t> </a:t>
            </a:r>
            <a:r>
              <a:rPr sz="2500" spc="-105" dirty="0">
                <a:latin typeface="Arial MT"/>
                <a:cs typeface="Arial MT"/>
              </a:rPr>
              <a:t>database,</a:t>
            </a:r>
            <a:r>
              <a:rPr sz="2500" spc="-20" dirty="0">
                <a:latin typeface="Arial MT"/>
                <a:cs typeface="Arial MT"/>
              </a:rPr>
              <a:t> </a:t>
            </a:r>
            <a:r>
              <a:rPr sz="2500" spc="-150" dirty="0">
                <a:latin typeface="Arial MT"/>
                <a:cs typeface="Arial MT"/>
              </a:rPr>
              <a:t>the</a:t>
            </a:r>
            <a:r>
              <a:rPr sz="2500" spc="-5" dirty="0">
                <a:latin typeface="Arial MT"/>
                <a:cs typeface="Arial MT"/>
              </a:rPr>
              <a:t> </a:t>
            </a:r>
            <a:r>
              <a:rPr sz="2500" spc="-185" dirty="0">
                <a:latin typeface="Arial MT"/>
                <a:cs typeface="Arial MT"/>
              </a:rPr>
              <a:t>content</a:t>
            </a:r>
            <a:r>
              <a:rPr sz="2500" spc="-5" dirty="0">
                <a:latin typeface="Arial MT"/>
                <a:cs typeface="Arial MT"/>
              </a:rPr>
              <a:t> </a:t>
            </a:r>
            <a:r>
              <a:rPr sz="2500" dirty="0">
                <a:latin typeface="Arial MT"/>
                <a:cs typeface="Arial MT"/>
              </a:rPr>
              <a:t>of</a:t>
            </a:r>
            <a:r>
              <a:rPr sz="2500" spc="65" dirty="0">
                <a:latin typeface="Arial MT"/>
                <a:cs typeface="Arial MT"/>
              </a:rPr>
              <a:t> </a:t>
            </a:r>
            <a:r>
              <a:rPr sz="2500" spc="-155" dirty="0">
                <a:latin typeface="Arial MT"/>
                <a:cs typeface="Arial MT"/>
              </a:rPr>
              <a:t>the</a:t>
            </a:r>
            <a:r>
              <a:rPr sz="2500" spc="-15" dirty="0">
                <a:latin typeface="Arial MT"/>
                <a:cs typeface="Arial MT"/>
              </a:rPr>
              <a:t> </a:t>
            </a:r>
            <a:r>
              <a:rPr sz="2500" spc="-150" dirty="0">
                <a:latin typeface="Arial MT"/>
                <a:cs typeface="Arial MT"/>
              </a:rPr>
              <a:t>website</a:t>
            </a:r>
            <a:r>
              <a:rPr sz="2500" spc="-25" dirty="0">
                <a:latin typeface="Arial MT"/>
                <a:cs typeface="Arial MT"/>
              </a:rPr>
              <a:t> </a:t>
            </a:r>
            <a:r>
              <a:rPr sz="2500" spc="-225" dirty="0">
                <a:latin typeface="Arial MT"/>
                <a:cs typeface="Arial MT"/>
              </a:rPr>
              <a:t>is</a:t>
            </a:r>
            <a:r>
              <a:rPr sz="2500" spc="-5" dirty="0">
                <a:latin typeface="Arial MT"/>
                <a:cs typeface="Arial MT"/>
              </a:rPr>
              <a:t> </a:t>
            </a:r>
            <a:r>
              <a:rPr sz="2500" spc="-150" dirty="0">
                <a:latin typeface="Arial MT"/>
                <a:cs typeface="Arial MT"/>
              </a:rPr>
              <a:t>also</a:t>
            </a:r>
            <a:r>
              <a:rPr sz="2500" spc="-5" dirty="0">
                <a:latin typeface="Arial MT"/>
                <a:cs typeface="Arial MT"/>
              </a:rPr>
              <a:t> </a:t>
            </a:r>
            <a:r>
              <a:rPr sz="2500" spc="-40" dirty="0">
                <a:latin typeface="Arial MT"/>
                <a:cs typeface="Arial MT"/>
              </a:rPr>
              <a:t>altered</a:t>
            </a:r>
            <a:r>
              <a:rPr sz="2500" spc="-25" dirty="0">
                <a:latin typeface="Arial MT"/>
                <a:cs typeface="Arial MT"/>
              </a:rPr>
              <a:t> or </a:t>
            </a:r>
            <a:r>
              <a:rPr sz="2500" spc="-10" dirty="0">
                <a:latin typeface="Arial MT"/>
                <a:cs typeface="Arial MT"/>
              </a:rPr>
              <a:t>updated.</a:t>
            </a:r>
            <a:endParaRPr sz="2500">
              <a:latin typeface="Arial MT"/>
              <a:cs typeface="Arial MT"/>
            </a:endParaRPr>
          </a:p>
          <a:p>
            <a:pPr marL="332740" marR="5080" indent="-320040">
              <a:lnSpc>
                <a:spcPts val="2400"/>
              </a:lnSpc>
              <a:spcBef>
                <a:spcPts val="685"/>
              </a:spcBef>
            </a:pPr>
            <a:r>
              <a:rPr sz="2500" spc="-200" dirty="0">
                <a:latin typeface="Arial MT"/>
                <a:cs typeface="Arial MT"/>
              </a:rPr>
              <a:t>Dynamic</a:t>
            </a:r>
            <a:r>
              <a:rPr sz="2500" spc="-10" dirty="0">
                <a:latin typeface="Arial MT"/>
                <a:cs typeface="Arial MT"/>
              </a:rPr>
              <a:t> </a:t>
            </a:r>
            <a:r>
              <a:rPr sz="2500" spc="-150" dirty="0">
                <a:latin typeface="Arial MT"/>
                <a:cs typeface="Arial MT"/>
              </a:rPr>
              <a:t>website</a:t>
            </a:r>
            <a:r>
              <a:rPr sz="2500" spc="-25" dirty="0">
                <a:latin typeface="Arial MT"/>
                <a:cs typeface="Arial MT"/>
              </a:rPr>
              <a:t> </a:t>
            </a:r>
            <a:r>
              <a:rPr sz="2500" spc="-320" dirty="0">
                <a:latin typeface="Arial MT"/>
                <a:cs typeface="Arial MT"/>
              </a:rPr>
              <a:t>uses</a:t>
            </a:r>
            <a:r>
              <a:rPr sz="2500" spc="15" dirty="0">
                <a:latin typeface="Arial MT"/>
                <a:cs typeface="Arial MT"/>
              </a:rPr>
              <a:t> </a:t>
            </a:r>
            <a:r>
              <a:rPr sz="2500" spc="-114" dirty="0">
                <a:latin typeface="Arial MT"/>
                <a:cs typeface="Arial MT"/>
              </a:rPr>
              <a:t>client-</a:t>
            </a:r>
            <a:r>
              <a:rPr sz="2500" spc="-150" dirty="0">
                <a:latin typeface="Arial MT"/>
                <a:cs typeface="Arial MT"/>
              </a:rPr>
              <a:t>side</a:t>
            </a:r>
            <a:r>
              <a:rPr sz="2500" dirty="0">
                <a:latin typeface="Arial MT"/>
                <a:cs typeface="Arial MT"/>
              </a:rPr>
              <a:t> </a:t>
            </a:r>
            <a:r>
              <a:rPr sz="2500" spc="-125" dirty="0">
                <a:latin typeface="Arial MT"/>
                <a:cs typeface="Arial MT"/>
              </a:rPr>
              <a:t>scripting</a:t>
            </a:r>
            <a:r>
              <a:rPr sz="2500" spc="5" dirty="0">
                <a:latin typeface="Arial MT"/>
                <a:cs typeface="Arial MT"/>
              </a:rPr>
              <a:t> </a:t>
            </a:r>
            <a:r>
              <a:rPr sz="2500" spc="-305" dirty="0">
                <a:latin typeface="Arial MT"/>
                <a:cs typeface="Arial MT"/>
              </a:rPr>
              <a:t>such</a:t>
            </a:r>
            <a:r>
              <a:rPr sz="2500" spc="5" dirty="0">
                <a:latin typeface="Arial MT"/>
                <a:cs typeface="Arial MT"/>
              </a:rPr>
              <a:t> </a:t>
            </a:r>
            <a:r>
              <a:rPr sz="2500" spc="-229" dirty="0">
                <a:latin typeface="Arial MT"/>
                <a:cs typeface="Arial MT"/>
              </a:rPr>
              <a:t>as</a:t>
            </a:r>
            <a:r>
              <a:rPr sz="2500" spc="5" dirty="0">
                <a:latin typeface="Arial MT"/>
                <a:cs typeface="Arial MT"/>
              </a:rPr>
              <a:t> </a:t>
            </a:r>
            <a:r>
              <a:rPr sz="2500" spc="-360" dirty="0">
                <a:latin typeface="Arial MT"/>
                <a:cs typeface="Arial MT"/>
              </a:rPr>
              <a:t>JS</a:t>
            </a:r>
            <a:r>
              <a:rPr sz="2500" dirty="0">
                <a:latin typeface="Arial MT"/>
                <a:cs typeface="Arial MT"/>
              </a:rPr>
              <a:t> or</a:t>
            </a:r>
            <a:r>
              <a:rPr sz="2500" spc="5" dirty="0">
                <a:latin typeface="Arial MT"/>
                <a:cs typeface="Arial MT"/>
              </a:rPr>
              <a:t> </a:t>
            </a:r>
            <a:r>
              <a:rPr sz="2500" spc="-140" dirty="0">
                <a:latin typeface="Arial MT"/>
                <a:cs typeface="Arial MT"/>
              </a:rPr>
              <a:t>server-</a:t>
            </a:r>
            <a:r>
              <a:rPr sz="2500" spc="-65" dirty="0">
                <a:latin typeface="Arial MT"/>
                <a:cs typeface="Arial MT"/>
              </a:rPr>
              <a:t>side </a:t>
            </a:r>
            <a:r>
              <a:rPr sz="2500" spc="-125" dirty="0">
                <a:latin typeface="Arial MT"/>
                <a:cs typeface="Arial MT"/>
              </a:rPr>
              <a:t>scripting</a:t>
            </a:r>
            <a:r>
              <a:rPr sz="2500" spc="-50" dirty="0">
                <a:latin typeface="Arial MT"/>
                <a:cs typeface="Arial MT"/>
              </a:rPr>
              <a:t> </a:t>
            </a:r>
            <a:r>
              <a:rPr sz="2500" spc="-305" dirty="0">
                <a:latin typeface="Arial MT"/>
                <a:cs typeface="Arial MT"/>
              </a:rPr>
              <a:t>such</a:t>
            </a:r>
            <a:r>
              <a:rPr sz="2500" dirty="0">
                <a:latin typeface="Arial MT"/>
                <a:cs typeface="Arial MT"/>
              </a:rPr>
              <a:t> </a:t>
            </a:r>
            <a:r>
              <a:rPr sz="2500" spc="-229" dirty="0">
                <a:latin typeface="Arial MT"/>
                <a:cs typeface="Arial MT"/>
              </a:rPr>
              <a:t>as</a:t>
            </a:r>
            <a:r>
              <a:rPr sz="2500" spc="-5" dirty="0">
                <a:latin typeface="Arial MT"/>
                <a:cs typeface="Arial MT"/>
              </a:rPr>
              <a:t> </a:t>
            </a:r>
            <a:r>
              <a:rPr sz="2500" spc="-295" dirty="0">
                <a:latin typeface="Arial MT"/>
                <a:cs typeface="Arial MT"/>
              </a:rPr>
              <a:t>PH</a:t>
            </a:r>
            <a:r>
              <a:rPr sz="2500" spc="-835" dirty="0">
                <a:latin typeface="Arial MT"/>
                <a:cs typeface="Arial MT"/>
              </a:rPr>
              <a:t>P</a:t>
            </a:r>
            <a:r>
              <a:rPr sz="2500" spc="-295" dirty="0">
                <a:latin typeface="Arial MT"/>
                <a:cs typeface="Arial MT"/>
              </a:rPr>
              <a:t>,</a:t>
            </a:r>
            <a:r>
              <a:rPr sz="2500" spc="-15" dirty="0">
                <a:latin typeface="Arial MT"/>
                <a:cs typeface="Arial MT"/>
              </a:rPr>
              <a:t> </a:t>
            </a:r>
            <a:r>
              <a:rPr sz="2500" dirty="0">
                <a:latin typeface="Arial MT"/>
                <a:cs typeface="Arial MT"/>
              </a:rPr>
              <a:t>or</a:t>
            </a:r>
            <a:r>
              <a:rPr sz="2500" spc="-120" dirty="0">
                <a:latin typeface="Arial MT"/>
                <a:cs typeface="Arial MT"/>
              </a:rPr>
              <a:t> </a:t>
            </a:r>
            <a:r>
              <a:rPr sz="2500" spc="-114" dirty="0">
                <a:latin typeface="Arial MT"/>
                <a:cs typeface="Arial MT"/>
              </a:rPr>
              <a:t>both</a:t>
            </a:r>
            <a:r>
              <a:rPr sz="2500" spc="-35" dirty="0">
                <a:latin typeface="Arial MT"/>
                <a:cs typeface="Arial MT"/>
              </a:rPr>
              <a:t> </a:t>
            </a:r>
            <a:r>
              <a:rPr sz="2500" spc="-20" dirty="0">
                <a:latin typeface="Arial MT"/>
                <a:cs typeface="Arial MT"/>
              </a:rPr>
              <a:t>to</a:t>
            </a:r>
            <a:r>
              <a:rPr sz="2500" spc="-45" dirty="0">
                <a:latin typeface="Arial MT"/>
                <a:cs typeface="Arial MT"/>
              </a:rPr>
              <a:t> </a:t>
            </a:r>
            <a:r>
              <a:rPr sz="2500" spc="-105" dirty="0">
                <a:latin typeface="Arial MT"/>
                <a:cs typeface="Arial MT"/>
              </a:rPr>
              <a:t>generate</a:t>
            </a:r>
            <a:r>
              <a:rPr sz="2500" spc="-55" dirty="0">
                <a:latin typeface="Arial MT"/>
                <a:cs typeface="Arial MT"/>
              </a:rPr>
              <a:t> </a:t>
            </a:r>
            <a:r>
              <a:rPr sz="2500" spc="-165" dirty="0">
                <a:latin typeface="Arial MT"/>
                <a:cs typeface="Arial MT"/>
              </a:rPr>
              <a:t>dynamic</a:t>
            </a:r>
            <a:r>
              <a:rPr sz="2500" spc="-25" dirty="0">
                <a:latin typeface="Arial MT"/>
                <a:cs typeface="Arial MT"/>
              </a:rPr>
              <a:t> content.</a:t>
            </a:r>
            <a:endParaRPr sz="2500">
              <a:latin typeface="Arial MT"/>
              <a:cs typeface="Arial MT"/>
            </a:endParaRPr>
          </a:p>
          <a:p>
            <a:pPr marL="332740" marR="321310" indent="-320040">
              <a:lnSpc>
                <a:spcPts val="2400"/>
              </a:lnSpc>
              <a:spcBef>
                <a:spcPts val="695"/>
              </a:spcBef>
            </a:pPr>
            <a:r>
              <a:rPr sz="2500" spc="-20" dirty="0">
                <a:latin typeface="Arial MT"/>
                <a:cs typeface="Arial MT"/>
              </a:rPr>
              <a:t>It</a:t>
            </a:r>
            <a:r>
              <a:rPr sz="2500" spc="-120" dirty="0">
                <a:latin typeface="Arial MT"/>
                <a:cs typeface="Arial MT"/>
              </a:rPr>
              <a:t> </a:t>
            </a:r>
            <a:r>
              <a:rPr sz="2500" spc="-175" dirty="0">
                <a:latin typeface="Arial MT"/>
                <a:cs typeface="Arial MT"/>
              </a:rPr>
              <a:t>may</a:t>
            </a:r>
            <a:r>
              <a:rPr sz="2500" spc="-20" dirty="0">
                <a:latin typeface="Arial MT"/>
                <a:cs typeface="Arial MT"/>
              </a:rPr>
              <a:t> </a:t>
            </a:r>
            <a:r>
              <a:rPr sz="2500" spc="-105" dirty="0">
                <a:latin typeface="Arial MT"/>
                <a:cs typeface="Arial MT"/>
              </a:rPr>
              <a:t>generate</a:t>
            </a:r>
            <a:r>
              <a:rPr sz="2500" spc="-50" dirty="0">
                <a:latin typeface="Arial MT"/>
                <a:cs typeface="Arial MT"/>
              </a:rPr>
              <a:t> </a:t>
            </a:r>
            <a:r>
              <a:rPr sz="2500" spc="-100" dirty="0">
                <a:latin typeface="Arial MT"/>
                <a:cs typeface="Arial MT"/>
              </a:rPr>
              <a:t>separate</a:t>
            </a:r>
            <a:r>
              <a:rPr sz="2500" spc="-50" dirty="0">
                <a:latin typeface="Arial MT"/>
                <a:cs typeface="Arial MT"/>
              </a:rPr>
              <a:t> </a:t>
            </a:r>
            <a:r>
              <a:rPr sz="2500" spc="-340" dirty="0">
                <a:latin typeface="Arial MT"/>
                <a:cs typeface="Arial MT"/>
              </a:rPr>
              <a:t>HTML</a:t>
            </a:r>
            <a:r>
              <a:rPr sz="2500" spc="-5" dirty="0">
                <a:latin typeface="Arial MT"/>
                <a:cs typeface="Arial MT"/>
              </a:rPr>
              <a:t> </a:t>
            </a:r>
            <a:r>
              <a:rPr sz="2500" dirty="0">
                <a:latin typeface="Arial MT"/>
                <a:cs typeface="Arial MT"/>
              </a:rPr>
              <a:t>for</a:t>
            </a:r>
            <a:r>
              <a:rPr sz="2500" spc="-25" dirty="0">
                <a:latin typeface="Arial MT"/>
                <a:cs typeface="Arial MT"/>
              </a:rPr>
              <a:t> </a:t>
            </a:r>
            <a:r>
              <a:rPr sz="2500" spc="-170" dirty="0">
                <a:latin typeface="Arial MT"/>
                <a:cs typeface="Arial MT"/>
              </a:rPr>
              <a:t>each</a:t>
            </a:r>
            <a:r>
              <a:rPr sz="2500" spc="-15" dirty="0">
                <a:latin typeface="Arial MT"/>
                <a:cs typeface="Arial MT"/>
              </a:rPr>
              <a:t> </a:t>
            </a:r>
            <a:r>
              <a:rPr sz="2500" spc="-155" dirty="0">
                <a:latin typeface="Arial MT"/>
                <a:cs typeface="Arial MT"/>
              </a:rPr>
              <a:t>request</a:t>
            </a:r>
            <a:r>
              <a:rPr sz="2500" spc="-20" dirty="0">
                <a:latin typeface="Arial MT"/>
                <a:cs typeface="Arial MT"/>
              </a:rPr>
              <a:t> </a:t>
            </a:r>
            <a:r>
              <a:rPr sz="2500" spc="-114" dirty="0">
                <a:latin typeface="Arial MT"/>
                <a:cs typeface="Arial MT"/>
              </a:rPr>
              <a:t>based</a:t>
            </a:r>
            <a:r>
              <a:rPr sz="2500" spc="-40" dirty="0">
                <a:latin typeface="Arial MT"/>
                <a:cs typeface="Arial MT"/>
              </a:rPr>
              <a:t> </a:t>
            </a:r>
            <a:r>
              <a:rPr sz="2500" spc="-229" dirty="0">
                <a:latin typeface="Arial MT"/>
                <a:cs typeface="Arial MT"/>
              </a:rPr>
              <a:t>on</a:t>
            </a:r>
            <a:r>
              <a:rPr sz="2500" spc="-5" dirty="0">
                <a:latin typeface="Arial MT"/>
                <a:cs typeface="Arial MT"/>
              </a:rPr>
              <a:t> </a:t>
            </a:r>
            <a:r>
              <a:rPr sz="2500" spc="-150" dirty="0">
                <a:latin typeface="Arial MT"/>
                <a:cs typeface="Arial MT"/>
              </a:rPr>
              <a:t>user </a:t>
            </a:r>
            <a:r>
              <a:rPr sz="2500" spc="-40" dirty="0">
                <a:latin typeface="Arial MT"/>
                <a:cs typeface="Arial MT"/>
              </a:rPr>
              <a:t>request.</a:t>
            </a:r>
            <a:endParaRPr sz="25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544068" rIns="0" bIns="0" rtlCol="0">
            <a:spAutoFit/>
          </a:bodyPr>
          <a:lstStyle/>
          <a:p>
            <a:pPr marL="952500">
              <a:lnSpc>
                <a:spcPct val="100000"/>
              </a:lnSpc>
              <a:spcBef>
                <a:spcPts val="100"/>
              </a:spcBef>
            </a:pPr>
            <a:r>
              <a:rPr dirty="0"/>
              <a:t>Static</a:t>
            </a:r>
            <a:r>
              <a:rPr spc="-110" dirty="0"/>
              <a:t> </a:t>
            </a:r>
            <a:r>
              <a:rPr dirty="0"/>
              <a:t>and</a:t>
            </a:r>
            <a:r>
              <a:rPr spc="-95" dirty="0"/>
              <a:t> </a:t>
            </a:r>
            <a:r>
              <a:rPr dirty="0"/>
              <a:t>Dynamic</a:t>
            </a:r>
            <a:r>
              <a:rPr spc="-100" dirty="0"/>
              <a:t> </a:t>
            </a:r>
            <a:r>
              <a:rPr dirty="0"/>
              <a:t>Web</a:t>
            </a:r>
            <a:r>
              <a:rPr spc="-95" dirty="0"/>
              <a:t> </a:t>
            </a:r>
            <a:r>
              <a:rPr spc="-20" dirty="0"/>
              <a:t>Site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57200" y="1611630"/>
            <a:ext cx="8305800" cy="301752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605917" rIns="0" bIns="0" rtlCol="0">
            <a:spAutoFit/>
          </a:bodyPr>
          <a:lstStyle/>
          <a:p>
            <a:pPr marL="709295">
              <a:lnSpc>
                <a:spcPct val="100000"/>
              </a:lnSpc>
              <a:spcBef>
                <a:spcPts val="95"/>
              </a:spcBef>
            </a:pPr>
            <a:r>
              <a:rPr sz="3800" dirty="0">
                <a:solidFill>
                  <a:srgbClr val="2B4976"/>
                </a:solidFill>
              </a:rPr>
              <a:t>HTML</a:t>
            </a:r>
            <a:r>
              <a:rPr sz="3600" dirty="0">
                <a:solidFill>
                  <a:srgbClr val="2B4976"/>
                </a:solidFill>
              </a:rPr>
              <a:t>(Hypertext</a:t>
            </a:r>
            <a:r>
              <a:rPr sz="3600" spc="-55" dirty="0">
                <a:solidFill>
                  <a:srgbClr val="2B4976"/>
                </a:solidFill>
              </a:rPr>
              <a:t> </a:t>
            </a:r>
            <a:r>
              <a:rPr sz="3600" dirty="0">
                <a:solidFill>
                  <a:srgbClr val="2B4976"/>
                </a:solidFill>
              </a:rPr>
              <a:t>Markup</a:t>
            </a:r>
            <a:r>
              <a:rPr sz="3600" spc="-60" dirty="0">
                <a:solidFill>
                  <a:srgbClr val="2B4976"/>
                </a:solidFill>
              </a:rPr>
              <a:t> </a:t>
            </a:r>
            <a:r>
              <a:rPr sz="3600" spc="-10" dirty="0">
                <a:solidFill>
                  <a:srgbClr val="2B4976"/>
                </a:solidFill>
              </a:rPr>
              <a:t>Language)</a:t>
            </a:r>
            <a:endParaRPr sz="360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19200" y="1360932"/>
            <a:ext cx="6705600" cy="33528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531876" rIns="0" bIns="0" rtlCol="0">
            <a:spAutoFit/>
          </a:bodyPr>
          <a:lstStyle/>
          <a:p>
            <a:pPr marL="1851660">
              <a:lnSpc>
                <a:spcPct val="100000"/>
              </a:lnSpc>
              <a:spcBef>
                <a:spcPts val="100"/>
              </a:spcBef>
            </a:pPr>
            <a:r>
              <a:rPr spc="-305" dirty="0"/>
              <a:t>History</a:t>
            </a:r>
            <a:r>
              <a:rPr spc="-80" dirty="0"/>
              <a:t> </a:t>
            </a:r>
            <a:r>
              <a:rPr dirty="0"/>
              <a:t>Of</a:t>
            </a:r>
            <a:r>
              <a:rPr spc="-5" dirty="0"/>
              <a:t> </a:t>
            </a:r>
            <a:r>
              <a:rPr spc="-470" dirty="0"/>
              <a:t>HTML</a:t>
            </a:r>
            <a:r>
              <a:rPr spc="-70" dirty="0"/>
              <a:t> </a:t>
            </a:r>
            <a:r>
              <a:rPr spc="-350" dirty="0"/>
              <a:t>Version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12140" y="1364487"/>
            <a:ext cx="2070100" cy="3209290"/>
          </a:xfrm>
          <a:prstGeom prst="rect">
            <a:avLst/>
          </a:prstGeom>
        </p:spPr>
        <p:txBody>
          <a:bodyPr vert="horz" wrap="square" lIns="0" tIns="101600" rIns="0" bIns="0" rtlCol="0">
            <a:spAutoFit/>
          </a:bodyPr>
          <a:lstStyle/>
          <a:p>
            <a:pPr marL="526415" indent="-513715">
              <a:lnSpc>
                <a:spcPct val="100000"/>
              </a:lnSpc>
              <a:spcBef>
                <a:spcPts val="800"/>
              </a:spcBef>
              <a:buClr>
                <a:srgbClr val="DA1F28"/>
              </a:buClr>
              <a:buSzPct val="60416"/>
              <a:buAutoNum type="arabicPeriod"/>
              <a:tabLst>
                <a:tab pos="526415" algn="l"/>
              </a:tabLst>
            </a:pPr>
            <a:r>
              <a:rPr sz="2400" dirty="0">
                <a:solidFill>
                  <a:srgbClr val="35385A"/>
                </a:solidFill>
                <a:latin typeface="Arial MT"/>
                <a:cs typeface="Arial MT"/>
              </a:rPr>
              <a:t>HTML</a:t>
            </a:r>
            <a:r>
              <a:rPr sz="2400" spc="-170" dirty="0">
                <a:solidFill>
                  <a:srgbClr val="35385A"/>
                </a:solidFill>
                <a:latin typeface="Arial MT"/>
                <a:cs typeface="Arial MT"/>
              </a:rPr>
              <a:t> </a:t>
            </a:r>
            <a:r>
              <a:rPr sz="2400" spc="-25" dirty="0">
                <a:solidFill>
                  <a:srgbClr val="35385A"/>
                </a:solidFill>
                <a:latin typeface="Arial MT"/>
                <a:cs typeface="Arial MT"/>
              </a:rPr>
              <a:t>1.0</a:t>
            </a:r>
            <a:endParaRPr sz="2400">
              <a:latin typeface="Arial MT"/>
              <a:cs typeface="Arial MT"/>
            </a:endParaRPr>
          </a:p>
          <a:p>
            <a:pPr marL="526415" indent="-513715">
              <a:lnSpc>
                <a:spcPct val="100000"/>
              </a:lnSpc>
              <a:spcBef>
                <a:spcPts val="705"/>
              </a:spcBef>
              <a:buClr>
                <a:srgbClr val="DA1F28"/>
              </a:buClr>
              <a:buSzPct val="60416"/>
              <a:buAutoNum type="arabicPeriod"/>
              <a:tabLst>
                <a:tab pos="526415" algn="l"/>
              </a:tabLst>
            </a:pPr>
            <a:r>
              <a:rPr sz="2400" dirty="0">
                <a:solidFill>
                  <a:srgbClr val="35385A"/>
                </a:solidFill>
                <a:latin typeface="Arial MT"/>
                <a:cs typeface="Arial MT"/>
              </a:rPr>
              <a:t>HTML</a:t>
            </a:r>
            <a:r>
              <a:rPr sz="2400" spc="-170" dirty="0">
                <a:solidFill>
                  <a:srgbClr val="35385A"/>
                </a:solidFill>
                <a:latin typeface="Arial MT"/>
                <a:cs typeface="Arial MT"/>
              </a:rPr>
              <a:t> </a:t>
            </a:r>
            <a:r>
              <a:rPr sz="2400" spc="-25" dirty="0">
                <a:solidFill>
                  <a:srgbClr val="35385A"/>
                </a:solidFill>
                <a:latin typeface="Arial MT"/>
                <a:cs typeface="Arial MT"/>
              </a:rPr>
              <a:t>2.0</a:t>
            </a:r>
            <a:endParaRPr sz="2400">
              <a:latin typeface="Arial MT"/>
              <a:cs typeface="Arial MT"/>
            </a:endParaRPr>
          </a:p>
          <a:p>
            <a:pPr marL="526415" indent="-513715">
              <a:lnSpc>
                <a:spcPct val="100000"/>
              </a:lnSpc>
              <a:spcBef>
                <a:spcPts val="695"/>
              </a:spcBef>
              <a:buClr>
                <a:srgbClr val="DA1F28"/>
              </a:buClr>
              <a:buSzPct val="60416"/>
              <a:buAutoNum type="arabicPeriod"/>
              <a:tabLst>
                <a:tab pos="526415" algn="l"/>
              </a:tabLst>
            </a:pPr>
            <a:r>
              <a:rPr sz="2400" dirty="0">
                <a:solidFill>
                  <a:srgbClr val="35385A"/>
                </a:solidFill>
                <a:latin typeface="Arial MT"/>
                <a:cs typeface="Arial MT"/>
              </a:rPr>
              <a:t>HTML</a:t>
            </a:r>
            <a:r>
              <a:rPr sz="2400" spc="-170" dirty="0">
                <a:solidFill>
                  <a:srgbClr val="35385A"/>
                </a:solidFill>
                <a:latin typeface="Arial MT"/>
                <a:cs typeface="Arial MT"/>
              </a:rPr>
              <a:t> </a:t>
            </a:r>
            <a:r>
              <a:rPr sz="2400" spc="-25" dirty="0">
                <a:solidFill>
                  <a:srgbClr val="35385A"/>
                </a:solidFill>
                <a:latin typeface="Arial MT"/>
                <a:cs typeface="Arial MT"/>
              </a:rPr>
              <a:t>3.0</a:t>
            </a:r>
            <a:endParaRPr sz="2400">
              <a:latin typeface="Arial MT"/>
              <a:cs typeface="Arial MT"/>
            </a:endParaRPr>
          </a:p>
          <a:p>
            <a:pPr marL="526415" indent="-513715">
              <a:lnSpc>
                <a:spcPct val="100000"/>
              </a:lnSpc>
              <a:spcBef>
                <a:spcPts val="705"/>
              </a:spcBef>
              <a:buClr>
                <a:srgbClr val="DA1F28"/>
              </a:buClr>
              <a:buSzPct val="60416"/>
              <a:buAutoNum type="arabicPeriod"/>
              <a:tabLst>
                <a:tab pos="526415" algn="l"/>
              </a:tabLst>
            </a:pPr>
            <a:r>
              <a:rPr sz="2400" dirty="0">
                <a:solidFill>
                  <a:srgbClr val="35385A"/>
                </a:solidFill>
                <a:latin typeface="Arial MT"/>
                <a:cs typeface="Arial MT"/>
              </a:rPr>
              <a:t>HTML</a:t>
            </a:r>
            <a:r>
              <a:rPr sz="2400" spc="-170" dirty="0">
                <a:solidFill>
                  <a:srgbClr val="35385A"/>
                </a:solidFill>
                <a:latin typeface="Arial MT"/>
                <a:cs typeface="Arial MT"/>
              </a:rPr>
              <a:t> </a:t>
            </a:r>
            <a:r>
              <a:rPr sz="2400" spc="-25" dirty="0">
                <a:solidFill>
                  <a:srgbClr val="35385A"/>
                </a:solidFill>
                <a:latin typeface="Arial MT"/>
                <a:cs typeface="Arial MT"/>
              </a:rPr>
              <a:t>3.2</a:t>
            </a:r>
            <a:endParaRPr sz="2400">
              <a:latin typeface="Arial MT"/>
              <a:cs typeface="Arial MT"/>
            </a:endParaRPr>
          </a:p>
          <a:p>
            <a:pPr marL="526415" indent="-513715">
              <a:lnSpc>
                <a:spcPct val="100000"/>
              </a:lnSpc>
              <a:spcBef>
                <a:spcPts val="700"/>
              </a:spcBef>
              <a:buClr>
                <a:srgbClr val="DA1F28"/>
              </a:buClr>
              <a:buSzPct val="60416"/>
              <a:buAutoNum type="arabicPeriod"/>
              <a:tabLst>
                <a:tab pos="526415" algn="l"/>
              </a:tabLst>
            </a:pPr>
            <a:r>
              <a:rPr sz="2400" dirty="0">
                <a:solidFill>
                  <a:srgbClr val="35385A"/>
                </a:solidFill>
                <a:latin typeface="Arial MT"/>
                <a:cs typeface="Arial MT"/>
              </a:rPr>
              <a:t>HTML</a:t>
            </a:r>
            <a:r>
              <a:rPr sz="2400" spc="-170" dirty="0">
                <a:solidFill>
                  <a:srgbClr val="35385A"/>
                </a:solidFill>
                <a:latin typeface="Arial MT"/>
                <a:cs typeface="Arial MT"/>
              </a:rPr>
              <a:t> </a:t>
            </a:r>
            <a:r>
              <a:rPr sz="2400" spc="-20" dirty="0">
                <a:solidFill>
                  <a:srgbClr val="35385A"/>
                </a:solidFill>
                <a:latin typeface="Arial MT"/>
                <a:cs typeface="Arial MT"/>
              </a:rPr>
              <a:t>4.01</a:t>
            </a:r>
            <a:endParaRPr sz="2400">
              <a:latin typeface="Arial MT"/>
              <a:cs typeface="Arial MT"/>
            </a:endParaRPr>
          </a:p>
          <a:p>
            <a:pPr marL="526415" indent="-513715">
              <a:lnSpc>
                <a:spcPct val="100000"/>
              </a:lnSpc>
              <a:spcBef>
                <a:spcPts val="695"/>
              </a:spcBef>
              <a:buClr>
                <a:srgbClr val="DA1F28"/>
              </a:buClr>
              <a:buSzPct val="60416"/>
              <a:buAutoNum type="arabicPeriod"/>
              <a:tabLst>
                <a:tab pos="526415" algn="l"/>
              </a:tabLst>
            </a:pPr>
            <a:r>
              <a:rPr sz="2400" dirty="0">
                <a:solidFill>
                  <a:srgbClr val="35385A"/>
                </a:solidFill>
                <a:latin typeface="Arial MT"/>
                <a:cs typeface="Arial MT"/>
              </a:rPr>
              <a:t>XHTML</a:t>
            </a:r>
            <a:r>
              <a:rPr sz="2400" spc="-100" dirty="0">
                <a:solidFill>
                  <a:srgbClr val="35385A"/>
                </a:solidFill>
                <a:latin typeface="Arial MT"/>
                <a:cs typeface="Arial MT"/>
              </a:rPr>
              <a:t> </a:t>
            </a:r>
            <a:r>
              <a:rPr sz="2400" spc="-25" dirty="0">
                <a:solidFill>
                  <a:srgbClr val="35385A"/>
                </a:solidFill>
                <a:latin typeface="Arial MT"/>
                <a:cs typeface="Arial MT"/>
              </a:rPr>
              <a:t>1.0</a:t>
            </a:r>
            <a:endParaRPr sz="2400">
              <a:latin typeface="Arial MT"/>
              <a:cs typeface="Arial MT"/>
            </a:endParaRPr>
          </a:p>
          <a:p>
            <a:pPr marL="526415" indent="-513715">
              <a:lnSpc>
                <a:spcPct val="100000"/>
              </a:lnSpc>
              <a:spcBef>
                <a:spcPts val="705"/>
              </a:spcBef>
              <a:buClr>
                <a:srgbClr val="DA1F28"/>
              </a:buClr>
              <a:buSzPct val="60416"/>
              <a:buAutoNum type="arabicPeriod"/>
              <a:tabLst>
                <a:tab pos="526415" algn="l"/>
              </a:tabLst>
            </a:pPr>
            <a:r>
              <a:rPr sz="2400" spc="-10" dirty="0">
                <a:solidFill>
                  <a:srgbClr val="35385A"/>
                </a:solidFill>
                <a:latin typeface="Arial MT"/>
                <a:cs typeface="Arial MT"/>
              </a:rPr>
              <a:t>HTML5</a:t>
            </a:r>
            <a:endParaRPr sz="2400">
              <a:latin typeface="Arial MT"/>
              <a:cs typeface="Arial MT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657600" y="1388363"/>
            <a:ext cx="4990338" cy="3481578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544068" rIns="0" bIns="0" rtlCol="0">
            <a:spAutoFit/>
          </a:bodyPr>
          <a:lstStyle/>
          <a:p>
            <a:pPr marL="3021965">
              <a:lnSpc>
                <a:spcPct val="100000"/>
              </a:lnSpc>
              <a:spcBef>
                <a:spcPts val="100"/>
              </a:spcBef>
            </a:pPr>
            <a:r>
              <a:rPr dirty="0"/>
              <a:t>About </a:t>
            </a:r>
            <a:r>
              <a:rPr spc="-20" dirty="0"/>
              <a:t>HTML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278889" y="1362445"/>
            <a:ext cx="6955155" cy="3053080"/>
          </a:xfrm>
          <a:prstGeom prst="rect">
            <a:avLst/>
          </a:prstGeom>
        </p:spPr>
        <p:txBody>
          <a:bodyPr vert="horz" wrap="square" lIns="0" tIns="52705" rIns="0" bIns="0" rtlCol="0">
            <a:spAutoFit/>
          </a:bodyPr>
          <a:lstStyle/>
          <a:p>
            <a:pPr marL="12700" marR="323850" indent="73660" algn="just">
              <a:lnSpc>
                <a:spcPct val="108000"/>
              </a:lnSpc>
              <a:spcBef>
                <a:spcPts val="415"/>
              </a:spcBef>
            </a:pPr>
            <a:r>
              <a:rPr sz="3800" b="1" dirty="0">
                <a:solidFill>
                  <a:srgbClr val="35385A"/>
                </a:solidFill>
                <a:latin typeface="Arial"/>
                <a:cs typeface="Arial"/>
              </a:rPr>
              <a:t>Hypertext</a:t>
            </a:r>
            <a:r>
              <a:rPr sz="3800" b="1" spc="-160" dirty="0">
                <a:solidFill>
                  <a:srgbClr val="35385A"/>
                </a:solidFill>
                <a:latin typeface="Arial"/>
                <a:cs typeface="Arial"/>
              </a:rPr>
              <a:t> </a:t>
            </a:r>
            <a:r>
              <a:rPr sz="3800" b="1" dirty="0">
                <a:solidFill>
                  <a:srgbClr val="35385A"/>
                </a:solidFill>
                <a:latin typeface="Arial"/>
                <a:cs typeface="Arial"/>
              </a:rPr>
              <a:t>Markup</a:t>
            </a:r>
            <a:r>
              <a:rPr sz="3800" b="1" spc="-155" dirty="0">
                <a:solidFill>
                  <a:srgbClr val="35385A"/>
                </a:solidFill>
                <a:latin typeface="Arial"/>
                <a:cs typeface="Arial"/>
              </a:rPr>
              <a:t> </a:t>
            </a:r>
            <a:r>
              <a:rPr sz="3800" b="1" spc="-10" dirty="0">
                <a:solidFill>
                  <a:srgbClr val="35385A"/>
                </a:solidFill>
                <a:latin typeface="Arial"/>
                <a:cs typeface="Arial"/>
              </a:rPr>
              <a:t>Language </a:t>
            </a:r>
            <a:r>
              <a:rPr sz="2600" dirty="0">
                <a:solidFill>
                  <a:srgbClr val="052229"/>
                </a:solidFill>
                <a:latin typeface="Arial MT"/>
                <a:cs typeface="Arial MT"/>
              </a:rPr>
              <a:t>It’s</a:t>
            </a:r>
            <a:r>
              <a:rPr sz="2600" spc="-185" dirty="0">
                <a:solidFill>
                  <a:srgbClr val="052229"/>
                </a:solidFill>
                <a:latin typeface="Arial MT"/>
                <a:cs typeface="Arial MT"/>
              </a:rPr>
              <a:t> </a:t>
            </a:r>
            <a:r>
              <a:rPr sz="2600" dirty="0">
                <a:solidFill>
                  <a:srgbClr val="052229"/>
                </a:solidFill>
                <a:latin typeface="Arial MT"/>
                <a:cs typeface="Arial MT"/>
              </a:rPr>
              <a:t>a</a:t>
            </a:r>
            <a:r>
              <a:rPr sz="2600" spc="-100" dirty="0">
                <a:solidFill>
                  <a:srgbClr val="052229"/>
                </a:solidFill>
                <a:latin typeface="Arial MT"/>
                <a:cs typeface="Arial MT"/>
              </a:rPr>
              <a:t> </a:t>
            </a:r>
            <a:r>
              <a:rPr sz="3900" b="1" spc="-225" dirty="0">
                <a:solidFill>
                  <a:srgbClr val="052229"/>
                </a:solidFill>
                <a:latin typeface="Arial"/>
                <a:cs typeface="Arial"/>
              </a:rPr>
              <a:t>Tag</a:t>
            </a:r>
            <a:r>
              <a:rPr sz="3900" b="1" spc="-45" dirty="0">
                <a:solidFill>
                  <a:srgbClr val="052229"/>
                </a:solidFill>
                <a:latin typeface="Arial"/>
                <a:cs typeface="Arial"/>
              </a:rPr>
              <a:t> </a:t>
            </a:r>
            <a:r>
              <a:rPr sz="2600" dirty="0">
                <a:solidFill>
                  <a:srgbClr val="052229"/>
                </a:solidFill>
                <a:latin typeface="Arial MT"/>
                <a:cs typeface="Arial MT"/>
              </a:rPr>
              <a:t>based</a:t>
            </a:r>
            <a:r>
              <a:rPr sz="2600" spc="20" dirty="0">
                <a:solidFill>
                  <a:srgbClr val="052229"/>
                </a:solidFill>
                <a:latin typeface="Arial MT"/>
                <a:cs typeface="Arial MT"/>
              </a:rPr>
              <a:t> </a:t>
            </a:r>
            <a:r>
              <a:rPr sz="3500" b="1" dirty="0">
                <a:solidFill>
                  <a:srgbClr val="052229"/>
                </a:solidFill>
                <a:latin typeface="Arial"/>
                <a:cs typeface="Arial"/>
              </a:rPr>
              <a:t>Markup </a:t>
            </a:r>
            <a:r>
              <a:rPr sz="3500" b="1" spc="-10" dirty="0">
                <a:solidFill>
                  <a:srgbClr val="052229"/>
                </a:solidFill>
                <a:latin typeface="Arial"/>
                <a:cs typeface="Arial"/>
              </a:rPr>
              <a:t>Language</a:t>
            </a:r>
            <a:r>
              <a:rPr sz="2600" spc="-10" dirty="0">
                <a:solidFill>
                  <a:srgbClr val="052229"/>
                </a:solidFill>
                <a:latin typeface="Arial MT"/>
                <a:cs typeface="Arial MT"/>
              </a:rPr>
              <a:t>, </a:t>
            </a:r>
            <a:r>
              <a:rPr sz="2600" dirty="0">
                <a:solidFill>
                  <a:srgbClr val="052229"/>
                </a:solidFill>
                <a:latin typeface="Arial MT"/>
                <a:cs typeface="Arial MT"/>
              </a:rPr>
              <a:t>who</a:t>
            </a:r>
            <a:r>
              <a:rPr sz="2600" spc="-70" dirty="0">
                <a:solidFill>
                  <a:srgbClr val="052229"/>
                </a:solidFill>
                <a:latin typeface="Arial MT"/>
                <a:cs typeface="Arial MT"/>
              </a:rPr>
              <a:t> </a:t>
            </a:r>
            <a:r>
              <a:rPr sz="2600" dirty="0">
                <a:solidFill>
                  <a:srgbClr val="052229"/>
                </a:solidFill>
                <a:latin typeface="Arial MT"/>
                <a:cs typeface="Arial MT"/>
              </a:rPr>
              <a:t>build</a:t>
            </a:r>
            <a:r>
              <a:rPr sz="2600" spc="-70" dirty="0">
                <a:solidFill>
                  <a:srgbClr val="052229"/>
                </a:solidFill>
                <a:latin typeface="Arial MT"/>
                <a:cs typeface="Arial MT"/>
              </a:rPr>
              <a:t> </a:t>
            </a:r>
            <a:r>
              <a:rPr sz="2600" dirty="0">
                <a:solidFill>
                  <a:srgbClr val="052229"/>
                </a:solidFill>
                <a:latin typeface="Arial MT"/>
                <a:cs typeface="Arial MT"/>
              </a:rPr>
              <a:t>up</a:t>
            </a:r>
            <a:r>
              <a:rPr sz="2600" spc="-70" dirty="0">
                <a:solidFill>
                  <a:srgbClr val="052229"/>
                </a:solidFill>
                <a:latin typeface="Arial MT"/>
                <a:cs typeface="Arial MT"/>
              </a:rPr>
              <a:t> </a:t>
            </a:r>
            <a:r>
              <a:rPr sz="2600" dirty="0">
                <a:solidFill>
                  <a:srgbClr val="052229"/>
                </a:solidFill>
                <a:latin typeface="Arial MT"/>
                <a:cs typeface="Arial MT"/>
              </a:rPr>
              <a:t>website</a:t>
            </a:r>
            <a:r>
              <a:rPr sz="2600" spc="-70" dirty="0">
                <a:solidFill>
                  <a:srgbClr val="052229"/>
                </a:solidFill>
                <a:latin typeface="Arial MT"/>
                <a:cs typeface="Arial MT"/>
              </a:rPr>
              <a:t> </a:t>
            </a:r>
            <a:r>
              <a:rPr sz="2600" dirty="0">
                <a:solidFill>
                  <a:srgbClr val="052229"/>
                </a:solidFill>
                <a:latin typeface="Arial MT"/>
                <a:cs typeface="Arial MT"/>
              </a:rPr>
              <a:t>Structure</a:t>
            </a:r>
            <a:r>
              <a:rPr sz="2600" spc="-60" dirty="0">
                <a:solidFill>
                  <a:srgbClr val="052229"/>
                </a:solidFill>
                <a:latin typeface="Arial MT"/>
                <a:cs typeface="Arial MT"/>
              </a:rPr>
              <a:t> </a:t>
            </a:r>
            <a:r>
              <a:rPr sz="2600" dirty="0">
                <a:solidFill>
                  <a:srgbClr val="052229"/>
                </a:solidFill>
                <a:latin typeface="Arial MT"/>
                <a:cs typeface="Arial MT"/>
              </a:rPr>
              <a:t>and</a:t>
            </a:r>
            <a:r>
              <a:rPr sz="2600" spc="-60" dirty="0">
                <a:solidFill>
                  <a:srgbClr val="052229"/>
                </a:solidFill>
                <a:latin typeface="Arial MT"/>
                <a:cs typeface="Arial MT"/>
              </a:rPr>
              <a:t> </a:t>
            </a:r>
            <a:r>
              <a:rPr sz="2600" spc="-10" dirty="0">
                <a:solidFill>
                  <a:srgbClr val="052229"/>
                </a:solidFill>
                <a:latin typeface="Arial MT"/>
                <a:cs typeface="Arial MT"/>
              </a:rPr>
              <a:t>Content.</a:t>
            </a:r>
            <a:endParaRPr sz="2600">
              <a:latin typeface="Arial MT"/>
              <a:cs typeface="Arial MT"/>
            </a:endParaRPr>
          </a:p>
          <a:p>
            <a:pPr marL="12700" marR="5080">
              <a:lnSpc>
                <a:spcPct val="100000"/>
              </a:lnSpc>
              <a:spcBef>
                <a:spcPts val="700"/>
              </a:spcBef>
            </a:pPr>
            <a:r>
              <a:rPr sz="2600" dirty="0">
                <a:solidFill>
                  <a:srgbClr val="052229"/>
                </a:solidFill>
                <a:latin typeface="Arial MT"/>
                <a:cs typeface="Arial MT"/>
              </a:rPr>
              <a:t>Sir</a:t>
            </a:r>
            <a:r>
              <a:rPr sz="2600" spc="-114" dirty="0">
                <a:solidFill>
                  <a:srgbClr val="052229"/>
                </a:solidFill>
                <a:latin typeface="Arial MT"/>
                <a:cs typeface="Arial MT"/>
              </a:rPr>
              <a:t> </a:t>
            </a:r>
            <a:r>
              <a:rPr sz="2600" dirty="0">
                <a:solidFill>
                  <a:srgbClr val="052229"/>
                </a:solidFill>
                <a:latin typeface="Arial MT"/>
                <a:cs typeface="Arial MT"/>
              </a:rPr>
              <a:t>Tim</a:t>
            </a:r>
            <a:r>
              <a:rPr sz="2600" spc="-75" dirty="0">
                <a:solidFill>
                  <a:srgbClr val="052229"/>
                </a:solidFill>
                <a:latin typeface="Arial MT"/>
                <a:cs typeface="Arial MT"/>
              </a:rPr>
              <a:t> </a:t>
            </a:r>
            <a:r>
              <a:rPr sz="2600" dirty="0">
                <a:solidFill>
                  <a:srgbClr val="052229"/>
                </a:solidFill>
                <a:latin typeface="Arial MT"/>
                <a:cs typeface="Arial MT"/>
              </a:rPr>
              <a:t>Berner’s</a:t>
            </a:r>
            <a:r>
              <a:rPr sz="2600" spc="-60" dirty="0">
                <a:solidFill>
                  <a:srgbClr val="052229"/>
                </a:solidFill>
                <a:latin typeface="Arial MT"/>
                <a:cs typeface="Arial MT"/>
              </a:rPr>
              <a:t> </a:t>
            </a:r>
            <a:r>
              <a:rPr sz="2600" dirty="0">
                <a:solidFill>
                  <a:srgbClr val="052229"/>
                </a:solidFill>
                <a:latin typeface="Arial MT"/>
                <a:cs typeface="Arial MT"/>
              </a:rPr>
              <a:t>Lee</a:t>
            </a:r>
            <a:r>
              <a:rPr sz="2600" spc="-55" dirty="0">
                <a:solidFill>
                  <a:srgbClr val="052229"/>
                </a:solidFill>
                <a:latin typeface="Arial MT"/>
                <a:cs typeface="Arial MT"/>
              </a:rPr>
              <a:t> </a:t>
            </a:r>
            <a:r>
              <a:rPr sz="2600" dirty="0">
                <a:solidFill>
                  <a:srgbClr val="052229"/>
                </a:solidFill>
                <a:latin typeface="Arial MT"/>
                <a:cs typeface="Arial MT"/>
              </a:rPr>
              <a:t>Invented</a:t>
            </a:r>
            <a:r>
              <a:rPr sz="2600" spc="-40" dirty="0">
                <a:solidFill>
                  <a:srgbClr val="052229"/>
                </a:solidFill>
                <a:latin typeface="Arial MT"/>
                <a:cs typeface="Arial MT"/>
              </a:rPr>
              <a:t> </a:t>
            </a:r>
            <a:r>
              <a:rPr sz="2600" dirty="0">
                <a:solidFill>
                  <a:srgbClr val="052229"/>
                </a:solidFill>
                <a:latin typeface="Arial MT"/>
                <a:cs typeface="Arial MT"/>
              </a:rPr>
              <a:t>HTML</a:t>
            </a:r>
            <a:r>
              <a:rPr sz="2600" spc="-155" dirty="0">
                <a:solidFill>
                  <a:srgbClr val="052229"/>
                </a:solidFill>
                <a:latin typeface="Arial MT"/>
                <a:cs typeface="Arial MT"/>
              </a:rPr>
              <a:t> </a:t>
            </a:r>
            <a:r>
              <a:rPr sz="2600" dirty="0">
                <a:solidFill>
                  <a:srgbClr val="052229"/>
                </a:solidFill>
                <a:latin typeface="Arial MT"/>
                <a:cs typeface="Arial MT"/>
              </a:rPr>
              <a:t>in</a:t>
            </a:r>
            <a:r>
              <a:rPr sz="2600" spc="-70" dirty="0">
                <a:solidFill>
                  <a:srgbClr val="052229"/>
                </a:solidFill>
                <a:latin typeface="Arial MT"/>
                <a:cs typeface="Arial MT"/>
              </a:rPr>
              <a:t> </a:t>
            </a:r>
            <a:r>
              <a:rPr sz="2600" spc="-10" dirty="0">
                <a:solidFill>
                  <a:srgbClr val="052229"/>
                </a:solidFill>
                <a:latin typeface="Arial MT"/>
                <a:cs typeface="Arial MT"/>
              </a:rPr>
              <a:t>1989. </a:t>
            </a:r>
            <a:r>
              <a:rPr sz="2600" dirty="0">
                <a:solidFill>
                  <a:srgbClr val="052229"/>
                </a:solidFill>
                <a:latin typeface="Arial MT"/>
                <a:cs typeface="Arial MT"/>
              </a:rPr>
              <a:t>First</a:t>
            </a:r>
            <a:r>
              <a:rPr sz="2600" spc="-65" dirty="0">
                <a:solidFill>
                  <a:srgbClr val="052229"/>
                </a:solidFill>
                <a:latin typeface="Arial MT"/>
                <a:cs typeface="Arial MT"/>
              </a:rPr>
              <a:t> </a:t>
            </a:r>
            <a:r>
              <a:rPr sz="2600" dirty="0">
                <a:solidFill>
                  <a:srgbClr val="052229"/>
                </a:solidFill>
                <a:latin typeface="Arial MT"/>
                <a:cs typeface="Arial MT"/>
              </a:rPr>
              <a:t>Developed</a:t>
            </a:r>
            <a:r>
              <a:rPr sz="2600" spc="-50" dirty="0">
                <a:solidFill>
                  <a:srgbClr val="052229"/>
                </a:solidFill>
                <a:latin typeface="Arial MT"/>
                <a:cs typeface="Arial MT"/>
              </a:rPr>
              <a:t> </a:t>
            </a:r>
            <a:r>
              <a:rPr sz="2600" dirty="0">
                <a:solidFill>
                  <a:srgbClr val="052229"/>
                </a:solidFill>
                <a:latin typeface="Arial MT"/>
                <a:cs typeface="Arial MT"/>
              </a:rPr>
              <a:t>HTML</a:t>
            </a:r>
            <a:r>
              <a:rPr sz="2600" spc="-150" dirty="0">
                <a:solidFill>
                  <a:srgbClr val="052229"/>
                </a:solidFill>
                <a:latin typeface="Arial MT"/>
                <a:cs typeface="Arial MT"/>
              </a:rPr>
              <a:t> </a:t>
            </a:r>
            <a:r>
              <a:rPr sz="2600" dirty="0">
                <a:solidFill>
                  <a:srgbClr val="052229"/>
                </a:solidFill>
                <a:latin typeface="Arial MT"/>
                <a:cs typeface="Arial MT"/>
              </a:rPr>
              <a:t>in</a:t>
            </a:r>
            <a:r>
              <a:rPr sz="2600" spc="-55" dirty="0">
                <a:solidFill>
                  <a:srgbClr val="052229"/>
                </a:solidFill>
                <a:latin typeface="Arial MT"/>
                <a:cs typeface="Arial MT"/>
              </a:rPr>
              <a:t> </a:t>
            </a:r>
            <a:r>
              <a:rPr sz="2600" dirty="0">
                <a:solidFill>
                  <a:srgbClr val="052229"/>
                </a:solidFill>
                <a:latin typeface="Arial MT"/>
                <a:cs typeface="Arial MT"/>
              </a:rPr>
              <a:t>1990.</a:t>
            </a:r>
            <a:r>
              <a:rPr sz="2600" spc="-45" dirty="0">
                <a:solidFill>
                  <a:srgbClr val="052229"/>
                </a:solidFill>
                <a:latin typeface="Arial MT"/>
                <a:cs typeface="Arial MT"/>
              </a:rPr>
              <a:t> </a:t>
            </a:r>
            <a:r>
              <a:rPr sz="2600" dirty="0">
                <a:solidFill>
                  <a:srgbClr val="052229"/>
                </a:solidFill>
                <a:latin typeface="Arial MT"/>
                <a:cs typeface="Arial MT"/>
              </a:rPr>
              <a:t>First</a:t>
            </a:r>
            <a:r>
              <a:rPr sz="2600" spc="-65" dirty="0">
                <a:solidFill>
                  <a:srgbClr val="052229"/>
                </a:solidFill>
                <a:latin typeface="Arial MT"/>
                <a:cs typeface="Arial MT"/>
              </a:rPr>
              <a:t> </a:t>
            </a:r>
            <a:r>
              <a:rPr sz="2600" spc="-20" dirty="0">
                <a:solidFill>
                  <a:srgbClr val="052229"/>
                </a:solidFill>
                <a:latin typeface="Arial MT"/>
                <a:cs typeface="Arial MT"/>
              </a:rPr>
              <a:t>Version</a:t>
            </a:r>
            <a:r>
              <a:rPr sz="2600" spc="-45" dirty="0">
                <a:solidFill>
                  <a:srgbClr val="052229"/>
                </a:solidFill>
                <a:latin typeface="Arial MT"/>
                <a:cs typeface="Arial MT"/>
              </a:rPr>
              <a:t> </a:t>
            </a:r>
            <a:r>
              <a:rPr sz="2600" spc="-25" dirty="0">
                <a:solidFill>
                  <a:srgbClr val="052229"/>
                </a:solidFill>
                <a:latin typeface="Arial MT"/>
                <a:cs typeface="Arial MT"/>
              </a:rPr>
              <a:t>Of </a:t>
            </a:r>
            <a:r>
              <a:rPr sz="2600" dirty="0">
                <a:solidFill>
                  <a:srgbClr val="052229"/>
                </a:solidFill>
                <a:latin typeface="Arial MT"/>
                <a:cs typeface="Arial MT"/>
              </a:rPr>
              <a:t>HTML</a:t>
            </a:r>
            <a:r>
              <a:rPr sz="2600" spc="-145" dirty="0">
                <a:solidFill>
                  <a:srgbClr val="052229"/>
                </a:solidFill>
                <a:latin typeface="Arial MT"/>
                <a:cs typeface="Arial MT"/>
              </a:rPr>
              <a:t> </a:t>
            </a:r>
            <a:r>
              <a:rPr sz="2600" dirty="0">
                <a:solidFill>
                  <a:srgbClr val="052229"/>
                </a:solidFill>
                <a:latin typeface="Arial MT"/>
                <a:cs typeface="Arial MT"/>
              </a:rPr>
              <a:t>released</a:t>
            </a:r>
            <a:r>
              <a:rPr sz="2600" spc="-40" dirty="0">
                <a:solidFill>
                  <a:srgbClr val="052229"/>
                </a:solidFill>
                <a:latin typeface="Arial MT"/>
                <a:cs typeface="Arial MT"/>
              </a:rPr>
              <a:t> </a:t>
            </a:r>
            <a:r>
              <a:rPr sz="2600" dirty="0">
                <a:solidFill>
                  <a:srgbClr val="052229"/>
                </a:solidFill>
                <a:latin typeface="Arial MT"/>
                <a:cs typeface="Arial MT"/>
              </a:rPr>
              <a:t>in</a:t>
            </a:r>
            <a:r>
              <a:rPr sz="2600" spc="-45" dirty="0">
                <a:solidFill>
                  <a:srgbClr val="052229"/>
                </a:solidFill>
                <a:latin typeface="Arial MT"/>
                <a:cs typeface="Arial MT"/>
              </a:rPr>
              <a:t> </a:t>
            </a:r>
            <a:r>
              <a:rPr sz="2600" dirty="0">
                <a:solidFill>
                  <a:srgbClr val="052229"/>
                </a:solidFill>
                <a:latin typeface="Arial MT"/>
                <a:cs typeface="Arial MT"/>
              </a:rPr>
              <a:t>1991.</a:t>
            </a:r>
            <a:r>
              <a:rPr sz="2600" spc="-40" dirty="0">
                <a:solidFill>
                  <a:srgbClr val="052229"/>
                </a:solidFill>
                <a:latin typeface="Arial MT"/>
                <a:cs typeface="Arial MT"/>
              </a:rPr>
              <a:t> </a:t>
            </a:r>
            <a:r>
              <a:rPr sz="2600" dirty="0">
                <a:solidFill>
                  <a:srgbClr val="052229"/>
                </a:solidFill>
                <a:latin typeface="Arial MT"/>
                <a:cs typeface="Arial MT"/>
              </a:rPr>
              <a:t>Its</a:t>
            </a:r>
            <a:r>
              <a:rPr sz="2600" spc="-50" dirty="0">
                <a:solidFill>
                  <a:srgbClr val="052229"/>
                </a:solidFill>
                <a:latin typeface="Arial MT"/>
                <a:cs typeface="Arial MT"/>
              </a:rPr>
              <a:t> </a:t>
            </a:r>
            <a:r>
              <a:rPr sz="2600" dirty="0">
                <a:solidFill>
                  <a:srgbClr val="052229"/>
                </a:solidFill>
                <a:latin typeface="Arial MT"/>
                <a:cs typeface="Arial MT"/>
              </a:rPr>
              <a:t>Called</a:t>
            </a:r>
            <a:r>
              <a:rPr sz="2600" spc="-45" dirty="0">
                <a:solidFill>
                  <a:srgbClr val="052229"/>
                </a:solidFill>
                <a:latin typeface="Arial MT"/>
                <a:cs typeface="Arial MT"/>
              </a:rPr>
              <a:t> </a:t>
            </a:r>
            <a:r>
              <a:rPr sz="2600" dirty="0">
                <a:solidFill>
                  <a:srgbClr val="052229"/>
                </a:solidFill>
                <a:latin typeface="Arial MT"/>
                <a:cs typeface="Arial MT"/>
              </a:rPr>
              <a:t>HTML</a:t>
            </a:r>
            <a:r>
              <a:rPr sz="2600" spc="-145" dirty="0">
                <a:solidFill>
                  <a:srgbClr val="052229"/>
                </a:solidFill>
                <a:latin typeface="Arial MT"/>
                <a:cs typeface="Arial MT"/>
              </a:rPr>
              <a:t> </a:t>
            </a:r>
            <a:r>
              <a:rPr sz="2600" spc="-25" dirty="0">
                <a:solidFill>
                  <a:srgbClr val="052229"/>
                </a:solidFill>
                <a:latin typeface="Arial MT"/>
                <a:cs typeface="Arial MT"/>
              </a:rPr>
              <a:t>1.0</a:t>
            </a:r>
            <a:endParaRPr sz="26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409441" y="411226"/>
            <a:ext cx="2555240" cy="665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HTML</a:t>
            </a:r>
            <a:r>
              <a:rPr spc="-75" dirty="0"/>
              <a:t> </a:t>
            </a:r>
            <a:r>
              <a:rPr spc="-90" dirty="0"/>
              <a:t>Tag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467103" y="1449069"/>
            <a:ext cx="6612890" cy="22021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2371090" algn="l"/>
                <a:tab pos="4220845" algn="l"/>
              </a:tabLst>
            </a:pPr>
            <a:r>
              <a:rPr sz="3800" b="1" spc="-10" dirty="0">
                <a:solidFill>
                  <a:srgbClr val="35385A"/>
                </a:solidFill>
                <a:latin typeface="Arial"/>
                <a:cs typeface="Arial"/>
              </a:rPr>
              <a:t>Hypertext</a:t>
            </a:r>
            <a:r>
              <a:rPr sz="3800" b="1" dirty="0">
                <a:solidFill>
                  <a:srgbClr val="35385A"/>
                </a:solidFill>
                <a:latin typeface="Arial"/>
                <a:cs typeface="Arial"/>
              </a:rPr>
              <a:t>	</a:t>
            </a:r>
            <a:r>
              <a:rPr sz="3800" b="1" spc="-10" dirty="0">
                <a:solidFill>
                  <a:srgbClr val="35385A"/>
                </a:solidFill>
                <a:latin typeface="Arial"/>
                <a:cs typeface="Arial"/>
              </a:rPr>
              <a:t>Markup</a:t>
            </a:r>
            <a:r>
              <a:rPr sz="3800" b="1" dirty="0">
                <a:solidFill>
                  <a:srgbClr val="35385A"/>
                </a:solidFill>
                <a:latin typeface="Arial"/>
                <a:cs typeface="Arial"/>
              </a:rPr>
              <a:t>	</a:t>
            </a:r>
            <a:r>
              <a:rPr sz="3800" b="1" spc="-10" dirty="0">
                <a:solidFill>
                  <a:srgbClr val="35385A"/>
                </a:solidFill>
                <a:latin typeface="Arial"/>
                <a:cs typeface="Arial"/>
              </a:rPr>
              <a:t>Language</a:t>
            </a:r>
            <a:endParaRPr sz="3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30"/>
              </a:spcBef>
            </a:pPr>
            <a:endParaRPr sz="3800">
              <a:latin typeface="Arial"/>
              <a:cs typeface="Arial"/>
            </a:endParaRPr>
          </a:p>
          <a:p>
            <a:pPr marL="1247775" marR="5080" indent="-1015365">
              <a:lnSpc>
                <a:spcPct val="100000"/>
              </a:lnSpc>
            </a:pPr>
            <a:r>
              <a:rPr sz="3200" spc="-70" dirty="0">
                <a:solidFill>
                  <a:srgbClr val="052229"/>
                </a:solidFill>
                <a:latin typeface="Arial MT"/>
                <a:cs typeface="Arial MT"/>
              </a:rPr>
              <a:t>Tag</a:t>
            </a:r>
            <a:r>
              <a:rPr sz="3200" spc="-30" dirty="0">
                <a:solidFill>
                  <a:srgbClr val="052229"/>
                </a:solidFill>
                <a:latin typeface="Arial MT"/>
                <a:cs typeface="Arial MT"/>
              </a:rPr>
              <a:t> </a:t>
            </a:r>
            <a:r>
              <a:rPr sz="3200" dirty="0">
                <a:solidFill>
                  <a:srgbClr val="052229"/>
                </a:solidFill>
                <a:latin typeface="Arial MT"/>
                <a:cs typeface="Arial MT"/>
              </a:rPr>
              <a:t>is</a:t>
            </a:r>
            <a:r>
              <a:rPr sz="3200" spc="-25" dirty="0">
                <a:solidFill>
                  <a:srgbClr val="052229"/>
                </a:solidFill>
                <a:latin typeface="Arial MT"/>
                <a:cs typeface="Arial MT"/>
              </a:rPr>
              <a:t> </a:t>
            </a:r>
            <a:r>
              <a:rPr sz="3200" dirty="0">
                <a:solidFill>
                  <a:srgbClr val="052229"/>
                </a:solidFill>
                <a:latin typeface="Arial MT"/>
                <a:cs typeface="Arial MT"/>
              </a:rPr>
              <a:t>a</a:t>
            </a:r>
            <a:r>
              <a:rPr sz="3200" spc="-30" dirty="0">
                <a:solidFill>
                  <a:srgbClr val="052229"/>
                </a:solidFill>
                <a:latin typeface="Arial MT"/>
                <a:cs typeface="Arial MT"/>
              </a:rPr>
              <a:t> </a:t>
            </a:r>
            <a:r>
              <a:rPr sz="3200" dirty="0">
                <a:solidFill>
                  <a:srgbClr val="052229"/>
                </a:solidFill>
                <a:latin typeface="Arial MT"/>
                <a:cs typeface="Arial MT"/>
              </a:rPr>
              <a:t>Syntax.</a:t>
            </a:r>
            <a:r>
              <a:rPr sz="3200" spc="-25" dirty="0">
                <a:solidFill>
                  <a:srgbClr val="052229"/>
                </a:solidFill>
                <a:latin typeface="Arial MT"/>
                <a:cs typeface="Arial MT"/>
              </a:rPr>
              <a:t> </a:t>
            </a:r>
            <a:r>
              <a:rPr sz="3200" dirty="0">
                <a:solidFill>
                  <a:srgbClr val="052229"/>
                </a:solidFill>
                <a:latin typeface="Arial MT"/>
                <a:cs typeface="Arial MT"/>
              </a:rPr>
              <a:t>It</a:t>
            </a:r>
            <a:r>
              <a:rPr sz="3200" spc="-35" dirty="0">
                <a:solidFill>
                  <a:srgbClr val="052229"/>
                </a:solidFill>
                <a:latin typeface="Arial MT"/>
                <a:cs typeface="Arial MT"/>
              </a:rPr>
              <a:t> </a:t>
            </a:r>
            <a:r>
              <a:rPr sz="3200" dirty="0">
                <a:solidFill>
                  <a:srgbClr val="052229"/>
                </a:solidFill>
                <a:latin typeface="Arial MT"/>
                <a:cs typeface="Arial MT"/>
              </a:rPr>
              <a:t>describes</a:t>
            </a:r>
            <a:r>
              <a:rPr sz="3200" spc="-25" dirty="0">
                <a:solidFill>
                  <a:srgbClr val="052229"/>
                </a:solidFill>
                <a:latin typeface="Arial MT"/>
                <a:cs typeface="Arial MT"/>
              </a:rPr>
              <a:t> </a:t>
            </a:r>
            <a:r>
              <a:rPr sz="3200" dirty="0">
                <a:solidFill>
                  <a:srgbClr val="052229"/>
                </a:solidFill>
                <a:latin typeface="Arial MT"/>
                <a:cs typeface="Arial MT"/>
              </a:rPr>
              <a:t>how</a:t>
            </a:r>
            <a:r>
              <a:rPr sz="3200" spc="-30" dirty="0">
                <a:solidFill>
                  <a:srgbClr val="052229"/>
                </a:solidFill>
                <a:latin typeface="Arial MT"/>
                <a:cs typeface="Arial MT"/>
              </a:rPr>
              <a:t> </a:t>
            </a:r>
            <a:r>
              <a:rPr sz="3200" spc="-25" dirty="0">
                <a:solidFill>
                  <a:srgbClr val="052229"/>
                </a:solidFill>
                <a:latin typeface="Arial MT"/>
                <a:cs typeface="Arial MT"/>
              </a:rPr>
              <a:t>to </a:t>
            </a:r>
            <a:r>
              <a:rPr sz="3200" dirty="0">
                <a:solidFill>
                  <a:srgbClr val="052229"/>
                </a:solidFill>
                <a:latin typeface="Arial MT"/>
                <a:cs typeface="Arial MT"/>
              </a:rPr>
              <a:t>show</a:t>
            </a:r>
            <a:r>
              <a:rPr sz="3200" spc="-35" dirty="0">
                <a:solidFill>
                  <a:srgbClr val="052229"/>
                </a:solidFill>
                <a:latin typeface="Arial MT"/>
                <a:cs typeface="Arial MT"/>
              </a:rPr>
              <a:t> </a:t>
            </a:r>
            <a:r>
              <a:rPr sz="3200" dirty="0">
                <a:solidFill>
                  <a:srgbClr val="052229"/>
                </a:solidFill>
                <a:latin typeface="Arial MT"/>
                <a:cs typeface="Arial MT"/>
              </a:rPr>
              <a:t>anything</a:t>
            </a:r>
            <a:r>
              <a:rPr sz="3200" spc="-30" dirty="0">
                <a:solidFill>
                  <a:srgbClr val="052229"/>
                </a:solidFill>
                <a:latin typeface="Arial MT"/>
                <a:cs typeface="Arial MT"/>
              </a:rPr>
              <a:t> </a:t>
            </a:r>
            <a:r>
              <a:rPr sz="3200" dirty="0">
                <a:solidFill>
                  <a:srgbClr val="052229"/>
                </a:solidFill>
                <a:latin typeface="Arial MT"/>
                <a:cs typeface="Arial MT"/>
              </a:rPr>
              <a:t>in</a:t>
            </a:r>
            <a:r>
              <a:rPr sz="3200" spc="-30" dirty="0">
                <a:solidFill>
                  <a:srgbClr val="052229"/>
                </a:solidFill>
                <a:latin typeface="Arial MT"/>
                <a:cs typeface="Arial MT"/>
              </a:rPr>
              <a:t> </a:t>
            </a:r>
            <a:r>
              <a:rPr sz="3200" dirty="0">
                <a:solidFill>
                  <a:srgbClr val="052229"/>
                </a:solidFill>
                <a:latin typeface="Arial MT"/>
                <a:cs typeface="Arial MT"/>
              </a:rPr>
              <a:t>the</a:t>
            </a:r>
            <a:r>
              <a:rPr sz="3200" spc="-20" dirty="0">
                <a:solidFill>
                  <a:srgbClr val="052229"/>
                </a:solidFill>
                <a:latin typeface="Arial MT"/>
                <a:cs typeface="Arial MT"/>
              </a:rPr>
              <a:t> </a:t>
            </a:r>
            <a:r>
              <a:rPr sz="3200" spc="-10" dirty="0">
                <a:solidFill>
                  <a:srgbClr val="052229"/>
                </a:solidFill>
                <a:latin typeface="Arial MT"/>
                <a:cs typeface="Arial MT"/>
              </a:rPr>
              <a:t>browser.</a:t>
            </a:r>
            <a:endParaRPr sz="3200">
              <a:latin typeface="Arial MT"/>
              <a:cs typeface="Arial MT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3257550"/>
            <a:ext cx="2266188" cy="173355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357630">
              <a:lnSpc>
                <a:spcPct val="100000"/>
              </a:lnSpc>
              <a:spcBef>
                <a:spcPts val="100"/>
              </a:spcBef>
            </a:pPr>
            <a:r>
              <a:rPr dirty="0"/>
              <a:t>Markup</a:t>
            </a:r>
            <a:r>
              <a:rPr spc="-150" dirty="0"/>
              <a:t> </a:t>
            </a:r>
            <a:r>
              <a:rPr spc="-10" dirty="0"/>
              <a:t>Language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050289" y="1675892"/>
            <a:ext cx="6890384" cy="12458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652905" marR="5080" indent="-1640839">
              <a:lnSpc>
                <a:spcPct val="100000"/>
              </a:lnSpc>
              <a:spcBef>
                <a:spcPts val="105"/>
              </a:spcBef>
            </a:pPr>
            <a:r>
              <a:rPr sz="4000" dirty="0">
                <a:solidFill>
                  <a:srgbClr val="1D304E"/>
                </a:solidFill>
                <a:latin typeface="Arial MT"/>
                <a:cs typeface="Arial MT"/>
              </a:rPr>
              <a:t>All</a:t>
            </a:r>
            <a:r>
              <a:rPr sz="4000" spc="-25" dirty="0">
                <a:solidFill>
                  <a:srgbClr val="1D304E"/>
                </a:solidFill>
                <a:latin typeface="Arial MT"/>
                <a:cs typeface="Arial MT"/>
              </a:rPr>
              <a:t> </a:t>
            </a:r>
            <a:r>
              <a:rPr sz="4000" dirty="0">
                <a:solidFill>
                  <a:srgbClr val="1D304E"/>
                </a:solidFill>
                <a:latin typeface="Arial MT"/>
                <a:cs typeface="Arial MT"/>
              </a:rPr>
              <a:t>the</a:t>
            </a:r>
            <a:r>
              <a:rPr sz="4000" spc="-25" dirty="0">
                <a:solidFill>
                  <a:srgbClr val="1D304E"/>
                </a:solidFill>
                <a:latin typeface="Arial MT"/>
                <a:cs typeface="Arial MT"/>
              </a:rPr>
              <a:t> </a:t>
            </a:r>
            <a:r>
              <a:rPr sz="4000" dirty="0">
                <a:solidFill>
                  <a:srgbClr val="1D304E"/>
                </a:solidFill>
                <a:latin typeface="Arial MT"/>
                <a:cs typeface="Arial MT"/>
              </a:rPr>
              <a:t>tags</a:t>
            </a:r>
            <a:r>
              <a:rPr sz="4000" spc="-25" dirty="0">
                <a:solidFill>
                  <a:srgbClr val="1D304E"/>
                </a:solidFill>
                <a:latin typeface="Arial MT"/>
                <a:cs typeface="Arial MT"/>
              </a:rPr>
              <a:t> </a:t>
            </a:r>
            <a:r>
              <a:rPr sz="4000" dirty="0">
                <a:solidFill>
                  <a:srgbClr val="1D304E"/>
                </a:solidFill>
                <a:latin typeface="Arial MT"/>
                <a:cs typeface="Arial MT"/>
              </a:rPr>
              <a:t>are</a:t>
            </a:r>
            <a:r>
              <a:rPr sz="4000" spc="-25" dirty="0">
                <a:solidFill>
                  <a:srgbClr val="1D304E"/>
                </a:solidFill>
                <a:latin typeface="Arial MT"/>
                <a:cs typeface="Arial MT"/>
              </a:rPr>
              <a:t> </a:t>
            </a:r>
            <a:r>
              <a:rPr sz="4000" dirty="0">
                <a:solidFill>
                  <a:srgbClr val="1D304E"/>
                </a:solidFill>
                <a:latin typeface="Arial MT"/>
                <a:cs typeface="Arial MT"/>
              </a:rPr>
              <a:t>together</a:t>
            </a:r>
            <a:r>
              <a:rPr sz="4000" spc="-35" dirty="0">
                <a:solidFill>
                  <a:srgbClr val="1D304E"/>
                </a:solidFill>
                <a:latin typeface="Arial MT"/>
                <a:cs typeface="Arial MT"/>
              </a:rPr>
              <a:t> </a:t>
            </a:r>
            <a:r>
              <a:rPr sz="4000" spc="-10" dirty="0">
                <a:solidFill>
                  <a:srgbClr val="1D304E"/>
                </a:solidFill>
                <a:latin typeface="Arial MT"/>
                <a:cs typeface="Arial MT"/>
              </a:rPr>
              <a:t>called </a:t>
            </a:r>
            <a:r>
              <a:rPr sz="4000" dirty="0">
                <a:solidFill>
                  <a:srgbClr val="1D304E"/>
                </a:solidFill>
                <a:latin typeface="Arial MT"/>
                <a:cs typeface="Arial MT"/>
              </a:rPr>
              <a:t>Markup</a:t>
            </a:r>
            <a:r>
              <a:rPr sz="4000" spc="-160" dirty="0">
                <a:solidFill>
                  <a:srgbClr val="1D304E"/>
                </a:solidFill>
                <a:latin typeface="Arial MT"/>
                <a:cs typeface="Arial MT"/>
              </a:rPr>
              <a:t> </a:t>
            </a:r>
            <a:r>
              <a:rPr sz="4000" spc="-10" dirty="0">
                <a:solidFill>
                  <a:srgbClr val="1D304E"/>
                </a:solidFill>
                <a:latin typeface="Arial MT"/>
                <a:cs typeface="Arial MT"/>
              </a:rPr>
              <a:t>Language</a:t>
            </a:r>
            <a:endParaRPr sz="40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409441" y="411226"/>
            <a:ext cx="2555240" cy="665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200" b="1" dirty="0">
                <a:solidFill>
                  <a:srgbClr val="39629D"/>
                </a:solidFill>
                <a:latin typeface="Arial"/>
                <a:cs typeface="Arial"/>
              </a:rPr>
              <a:t>HTML</a:t>
            </a:r>
            <a:r>
              <a:rPr sz="4200" b="1" spc="-75" dirty="0">
                <a:solidFill>
                  <a:srgbClr val="39629D"/>
                </a:solidFill>
                <a:latin typeface="Arial"/>
                <a:cs typeface="Arial"/>
              </a:rPr>
              <a:t> </a:t>
            </a:r>
            <a:r>
              <a:rPr sz="4200" b="1" spc="-90" dirty="0">
                <a:solidFill>
                  <a:srgbClr val="39629D"/>
                </a:solidFill>
                <a:latin typeface="Arial"/>
                <a:cs typeface="Arial"/>
              </a:rPr>
              <a:t>Tag</a:t>
            </a:r>
            <a:endParaRPr sz="42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797050" y="1523999"/>
            <a:ext cx="5854700" cy="13817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900" b="1" spc="935" dirty="0">
                <a:solidFill>
                  <a:srgbClr val="35385A"/>
                </a:solidFill>
                <a:latin typeface="Arial"/>
                <a:cs typeface="Arial"/>
              </a:rPr>
              <a:t>&lt;</a:t>
            </a:r>
            <a:r>
              <a:rPr sz="7400" b="1" spc="-40" dirty="0">
                <a:solidFill>
                  <a:srgbClr val="35385A"/>
                </a:solidFill>
                <a:latin typeface="Arial"/>
                <a:cs typeface="Arial"/>
              </a:rPr>
              <a:t>tag</a:t>
            </a:r>
            <a:r>
              <a:rPr sz="7400" b="1" dirty="0">
                <a:solidFill>
                  <a:srgbClr val="35385A"/>
                </a:solidFill>
                <a:latin typeface="Arial"/>
                <a:cs typeface="Arial"/>
              </a:rPr>
              <a:t> name</a:t>
            </a:r>
            <a:r>
              <a:rPr sz="7400" b="1" spc="-15" dirty="0">
                <a:solidFill>
                  <a:srgbClr val="35385A"/>
                </a:solidFill>
                <a:latin typeface="Arial"/>
                <a:cs typeface="Arial"/>
              </a:rPr>
              <a:t> </a:t>
            </a:r>
            <a:r>
              <a:rPr sz="8900" b="1" spc="-50" dirty="0">
                <a:solidFill>
                  <a:srgbClr val="35385A"/>
                </a:solidFill>
                <a:latin typeface="Arial"/>
                <a:cs typeface="Arial"/>
              </a:rPr>
              <a:t>&gt;</a:t>
            </a:r>
            <a:endParaRPr sz="8900">
              <a:latin typeface="Arial"/>
              <a:cs typeface="Arial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ubTitle" idx="4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22580">
              <a:lnSpc>
                <a:spcPct val="100000"/>
              </a:lnSpc>
              <a:spcBef>
                <a:spcPts val="100"/>
              </a:spcBef>
            </a:pPr>
            <a:r>
              <a:rPr sz="8900" u="none" spc="-60" dirty="0">
                <a:solidFill>
                  <a:srgbClr val="35385A"/>
                </a:solidFill>
                <a:latin typeface="Arial"/>
                <a:cs typeface="Arial"/>
              </a:rPr>
              <a:t>&lt;</a:t>
            </a:r>
            <a:r>
              <a:rPr sz="8900" u="none" spc="-1490" dirty="0">
                <a:solidFill>
                  <a:srgbClr val="35385A"/>
                </a:solidFill>
                <a:latin typeface="Arial"/>
                <a:cs typeface="Arial"/>
              </a:rPr>
              <a:t> </a:t>
            </a:r>
            <a:r>
              <a:rPr sz="7400" u="none" spc="-10" dirty="0">
                <a:solidFill>
                  <a:srgbClr val="35385A"/>
                </a:solidFill>
                <a:latin typeface="Arial"/>
                <a:cs typeface="Arial"/>
              </a:rPr>
              <a:t>body</a:t>
            </a:r>
            <a:r>
              <a:rPr sz="8900" u="none" spc="-10" dirty="0">
                <a:solidFill>
                  <a:srgbClr val="35385A"/>
                </a:solidFill>
                <a:latin typeface="Arial"/>
                <a:cs typeface="Arial"/>
              </a:rPr>
              <a:t>&gt;</a:t>
            </a:r>
            <a:endParaRPr sz="89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409441" y="411226"/>
            <a:ext cx="2555240" cy="665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200" b="1" dirty="0">
                <a:solidFill>
                  <a:srgbClr val="39629D"/>
                </a:solidFill>
                <a:latin typeface="Arial"/>
                <a:cs typeface="Arial"/>
              </a:rPr>
              <a:t>HTML</a:t>
            </a:r>
            <a:r>
              <a:rPr sz="4200" b="1" spc="-75" dirty="0">
                <a:solidFill>
                  <a:srgbClr val="39629D"/>
                </a:solidFill>
                <a:latin typeface="Arial"/>
                <a:cs typeface="Arial"/>
              </a:rPr>
              <a:t> </a:t>
            </a:r>
            <a:r>
              <a:rPr sz="4200" b="1" spc="-90" dirty="0">
                <a:solidFill>
                  <a:srgbClr val="39629D"/>
                </a:solidFill>
                <a:latin typeface="Arial"/>
                <a:cs typeface="Arial"/>
              </a:rPr>
              <a:t>Tag</a:t>
            </a:r>
            <a:endParaRPr sz="42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656079" y="1523999"/>
            <a:ext cx="6137275" cy="13817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900" b="1" spc="940" dirty="0">
                <a:solidFill>
                  <a:srgbClr val="35385A"/>
                </a:solidFill>
                <a:latin typeface="Arial"/>
                <a:cs typeface="Arial"/>
              </a:rPr>
              <a:t>&lt;</a:t>
            </a:r>
            <a:r>
              <a:rPr sz="8000" b="1" spc="-45" dirty="0">
                <a:solidFill>
                  <a:srgbClr val="35385A"/>
                </a:solidFill>
                <a:latin typeface="Arial"/>
                <a:cs typeface="Arial"/>
              </a:rPr>
              <a:t>/</a:t>
            </a:r>
            <a:r>
              <a:rPr sz="7400" b="1" spc="-35" dirty="0">
                <a:solidFill>
                  <a:srgbClr val="35385A"/>
                </a:solidFill>
                <a:latin typeface="Arial"/>
                <a:cs typeface="Arial"/>
              </a:rPr>
              <a:t>tag</a:t>
            </a:r>
            <a:r>
              <a:rPr sz="7400" b="1" dirty="0">
                <a:solidFill>
                  <a:srgbClr val="35385A"/>
                </a:solidFill>
                <a:latin typeface="Arial"/>
                <a:cs typeface="Arial"/>
              </a:rPr>
              <a:t> name</a:t>
            </a:r>
            <a:r>
              <a:rPr sz="7400" b="1" spc="-15" dirty="0">
                <a:solidFill>
                  <a:srgbClr val="35385A"/>
                </a:solidFill>
                <a:latin typeface="Arial"/>
                <a:cs typeface="Arial"/>
              </a:rPr>
              <a:t> </a:t>
            </a:r>
            <a:r>
              <a:rPr sz="8900" b="1" spc="-50" dirty="0">
                <a:solidFill>
                  <a:srgbClr val="35385A"/>
                </a:solidFill>
                <a:latin typeface="Arial"/>
                <a:cs typeface="Arial"/>
              </a:rPr>
              <a:t>&gt;</a:t>
            </a:r>
            <a:endParaRPr sz="8900">
              <a:latin typeface="Arial"/>
              <a:cs typeface="Arial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ubTitle" idx="4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900" u="none" spc="-45" dirty="0">
                <a:solidFill>
                  <a:srgbClr val="35385A"/>
                </a:solidFill>
                <a:latin typeface="Arial"/>
                <a:cs typeface="Arial"/>
              </a:rPr>
              <a:t>&lt;/</a:t>
            </a:r>
            <a:r>
              <a:rPr sz="8900" u="none" spc="-1480" dirty="0">
                <a:solidFill>
                  <a:srgbClr val="35385A"/>
                </a:solidFill>
                <a:latin typeface="Arial"/>
                <a:cs typeface="Arial"/>
              </a:rPr>
              <a:t> </a:t>
            </a:r>
            <a:r>
              <a:rPr sz="7400" u="none" spc="-10" dirty="0">
                <a:solidFill>
                  <a:srgbClr val="35385A"/>
                </a:solidFill>
                <a:latin typeface="Arial"/>
                <a:cs typeface="Arial"/>
              </a:rPr>
              <a:t>body</a:t>
            </a:r>
            <a:r>
              <a:rPr sz="8900" u="none" spc="-10" dirty="0">
                <a:solidFill>
                  <a:srgbClr val="35385A"/>
                </a:solidFill>
                <a:latin typeface="Arial"/>
                <a:cs typeface="Arial"/>
              </a:rPr>
              <a:t>&gt;</a:t>
            </a:r>
            <a:endParaRPr sz="89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409441" y="411226"/>
            <a:ext cx="2555240" cy="665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HTML</a:t>
            </a:r>
            <a:r>
              <a:rPr spc="-75" dirty="0"/>
              <a:t> </a:t>
            </a:r>
            <a:r>
              <a:rPr spc="-90" dirty="0"/>
              <a:t>Tag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69112" y="1675892"/>
            <a:ext cx="7454265" cy="23126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5"/>
              </a:spcBef>
            </a:pPr>
            <a:r>
              <a:rPr sz="4000" b="1" dirty="0">
                <a:solidFill>
                  <a:srgbClr val="35385A"/>
                </a:solidFill>
                <a:latin typeface="Arial"/>
                <a:cs typeface="Arial"/>
              </a:rPr>
              <a:t>&lt;</a:t>
            </a:r>
            <a:r>
              <a:rPr sz="4000" b="1" spc="-10" dirty="0">
                <a:solidFill>
                  <a:srgbClr val="35385A"/>
                </a:solidFill>
                <a:latin typeface="Arial"/>
                <a:cs typeface="Arial"/>
              </a:rPr>
              <a:t> </a:t>
            </a:r>
            <a:r>
              <a:rPr sz="4000" b="1" dirty="0">
                <a:solidFill>
                  <a:srgbClr val="35385A"/>
                </a:solidFill>
                <a:latin typeface="Arial"/>
                <a:cs typeface="Arial"/>
              </a:rPr>
              <a:t>tag</a:t>
            </a:r>
            <a:r>
              <a:rPr sz="4000" b="1" spc="-5" dirty="0">
                <a:solidFill>
                  <a:srgbClr val="35385A"/>
                </a:solidFill>
                <a:latin typeface="Arial"/>
                <a:cs typeface="Arial"/>
              </a:rPr>
              <a:t> </a:t>
            </a:r>
            <a:r>
              <a:rPr sz="4000" b="1" dirty="0">
                <a:solidFill>
                  <a:srgbClr val="35385A"/>
                </a:solidFill>
                <a:latin typeface="Arial"/>
                <a:cs typeface="Arial"/>
              </a:rPr>
              <a:t>name</a:t>
            </a:r>
            <a:r>
              <a:rPr sz="4000" b="1" spc="-5" dirty="0">
                <a:solidFill>
                  <a:srgbClr val="35385A"/>
                </a:solidFill>
                <a:latin typeface="Arial"/>
                <a:cs typeface="Arial"/>
              </a:rPr>
              <a:t> </a:t>
            </a:r>
            <a:r>
              <a:rPr sz="4000" b="1" dirty="0">
                <a:solidFill>
                  <a:srgbClr val="35385A"/>
                </a:solidFill>
                <a:latin typeface="Arial"/>
                <a:cs typeface="Arial"/>
              </a:rPr>
              <a:t>&gt;</a:t>
            </a:r>
            <a:r>
              <a:rPr sz="4000" b="1" spc="-5" dirty="0">
                <a:solidFill>
                  <a:srgbClr val="35385A"/>
                </a:solidFill>
                <a:latin typeface="Arial"/>
                <a:cs typeface="Arial"/>
              </a:rPr>
              <a:t> </a:t>
            </a:r>
            <a:r>
              <a:rPr sz="4000" b="1" dirty="0">
                <a:solidFill>
                  <a:srgbClr val="35385A"/>
                </a:solidFill>
                <a:latin typeface="Arial"/>
                <a:cs typeface="Arial"/>
              </a:rPr>
              <a:t>….</a:t>
            </a:r>
            <a:r>
              <a:rPr sz="4000" b="1" spc="-10" dirty="0">
                <a:solidFill>
                  <a:srgbClr val="35385A"/>
                </a:solidFill>
                <a:latin typeface="Arial"/>
                <a:cs typeface="Arial"/>
              </a:rPr>
              <a:t> </a:t>
            </a:r>
            <a:r>
              <a:rPr sz="4000" b="1" dirty="0">
                <a:solidFill>
                  <a:srgbClr val="35385A"/>
                </a:solidFill>
                <a:latin typeface="Arial"/>
                <a:cs typeface="Arial"/>
              </a:rPr>
              <a:t>&lt;</a:t>
            </a:r>
            <a:r>
              <a:rPr sz="4000" b="1" spc="-5" dirty="0">
                <a:solidFill>
                  <a:srgbClr val="35385A"/>
                </a:solidFill>
                <a:latin typeface="Arial"/>
                <a:cs typeface="Arial"/>
              </a:rPr>
              <a:t> </a:t>
            </a:r>
            <a:r>
              <a:rPr sz="4000" b="1" dirty="0">
                <a:solidFill>
                  <a:srgbClr val="35385A"/>
                </a:solidFill>
                <a:latin typeface="Arial"/>
                <a:cs typeface="Arial"/>
              </a:rPr>
              <a:t>/</a:t>
            </a:r>
            <a:r>
              <a:rPr sz="4000" b="1" spc="-15" dirty="0">
                <a:solidFill>
                  <a:srgbClr val="35385A"/>
                </a:solidFill>
                <a:latin typeface="Arial"/>
                <a:cs typeface="Arial"/>
              </a:rPr>
              <a:t> </a:t>
            </a:r>
            <a:r>
              <a:rPr sz="4000" b="1" dirty="0">
                <a:solidFill>
                  <a:srgbClr val="35385A"/>
                </a:solidFill>
                <a:latin typeface="Arial"/>
                <a:cs typeface="Arial"/>
              </a:rPr>
              <a:t>tag</a:t>
            </a:r>
            <a:r>
              <a:rPr sz="4000" b="1" spc="-5" dirty="0">
                <a:solidFill>
                  <a:srgbClr val="35385A"/>
                </a:solidFill>
                <a:latin typeface="Arial"/>
                <a:cs typeface="Arial"/>
              </a:rPr>
              <a:t> </a:t>
            </a:r>
            <a:r>
              <a:rPr sz="4000" b="1" dirty="0">
                <a:solidFill>
                  <a:srgbClr val="35385A"/>
                </a:solidFill>
                <a:latin typeface="Arial"/>
                <a:cs typeface="Arial"/>
              </a:rPr>
              <a:t>name</a:t>
            </a:r>
            <a:r>
              <a:rPr sz="4000" b="1" spc="-5" dirty="0">
                <a:solidFill>
                  <a:srgbClr val="35385A"/>
                </a:solidFill>
                <a:latin typeface="Arial"/>
                <a:cs typeface="Arial"/>
              </a:rPr>
              <a:t> </a:t>
            </a:r>
            <a:r>
              <a:rPr sz="4000" b="1" spc="-50" dirty="0">
                <a:solidFill>
                  <a:srgbClr val="35385A"/>
                </a:solidFill>
                <a:latin typeface="Arial"/>
                <a:cs typeface="Arial"/>
              </a:rPr>
              <a:t>&gt;</a:t>
            </a:r>
            <a:endParaRPr sz="40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800"/>
              </a:spcBef>
            </a:pPr>
            <a:endParaRPr sz="4000">
              <a:latin typeface="Arial"/>
              <a:cs typeface="Arial"/>
            </a:endParaRPr>
          </a:p>
          <a:p>
            <a:pPr marR="67310" algn="ctr">
              <a:lnSpc>
                <a:spcPct val="100000"/>
              </a:lnSpc>
            </a:pPr>
            <a:r>
              <a:rPr sz="4000" b="1" dirty="0">
                <a:solidFill>
                  <a:srgbClr val="35385A"/>
                </a:solidFill>
                <a:latin typeface="Arial"/>
                <a:cs typeface="Arial"/>
              </a:rPr>
              <a:t>&lt;p&gt;</a:t>
            </a:r>
            <a:r>
              <a:rPr sz="3200" b="1" dirty="0">
                <a:solidFill>
                  <a:srgbClr val="052229"/>
                </a:solidFill>
                <a:latin typeface="Arial"/>
                <a:cs typeface="Arial"/>
              </a:rPr>
              <a:t>Hello</a:t>
            </a:r>
            <a:r>
              <a:rPr sz="3200" b="1" spc="-25" dirty="0">
                <a:solidFill>
                  <a:srgbClr val="052229"/>
                </a:solidFill>
                <a:latin typeface="Arial"/>
                <a:cs typeface="Arial"/>
              </a:rPr>
              <a:t> </a:t>
            </a:r>
            <a:r>
              <a:rPr sz="3200" b="1" spc="-10" dirty="0">
                <a:solidFill>
                  <a:srgbClr val="052229"/>
                </a:solidFill>
                <a:latin typeface="Arial"/>
                <a:cs typeface="Arial"/>
              </a:rPr>
              <a:t>Bangladesh</a:t>
            </a:r>
            <a:r>
              <a:rPr sz="4000" b="1" spc="-10" dirty="0">
                <a:solidFill>
                  <a:srgbClr val="35385A"/>
                </a:solidFill>
                <a:latin typeface="Arial"/>
                <a:cs typeface="Arial"/>
              </a:rPr>
              <a:t>&lt;/p&gt;</a:t>
            </a:r>
            <a:endParaRPr sz="40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88340" y="473709"/>
            <a:ext cx="7495540" cy="6045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1164590" algn="l"/>
                <a:tab pos="2558415" algn="l"/>
                <a:tab pos="5149850" algn="l"/>
                <a:tab pos="6008370" algn="l"/>
              </a:tabLst>
            </a:pPr>
            <a:r>
              <a:rPr sz="3800" spc="-25" dirty="0"/>
              <a:t>How</a:t>
            </a:r>
            <a:r>
              <a:rPr sz="3800" dirty="0"/>
              <a:t>	</a:t>
            </a:r>
            <a:r>
              <a:rPr sz="3800" spc="-20" dirty="0"/>
              <a:t>many</a:t>
            </a:r>
            <a:r>
              <a:rPr sz="3800" dirty="0"/>
              <a:t>	HTML</a:t>
            </a:r>
            <a:r>
              <a:rPr sz="3800" spc="-175" dirty="0"/>
              <a:t> </a:t>
            </a:r>
            <a:r>
              <a:rPr sz="3800" spc="-20" dirty="0"/>
              <a:t>tags</a:t>
            </a:r>
            <a:r>
              <a:rPr sz="3800" dirty="0"/>
              <a:t>	</a:t>
            </a:r>
            <a:r>
              <a:rPr sz="3800" spc="-25" dirty="0"/>
              <a:t>are</a:t>
            </a:r>
            <a:r>
              <a:rPr sz="3800" dirty="0"/>
              <a:t>	</a:t>
            </a:r>
            <a:r>
              <a:rPr sz="3800" spc="-10" dirty="0"/>
              <a:t>there?</a:t>
            </a:r>
            <a:endParaRPr sz="3800"/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528637" y="1883981"/>
          <a:ext cx="8125458" cy="25577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06272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6272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5125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1800" spc="-145" dirty="0">
                          <a:latin typeface="Arial MT"/>
                          <a:cs typeface="Arial MT"/>
                        </a:rPr>
                        <a:t>Reference</a:t>
                      </a:r>
                      <a:r>
                        <a:rPr sz="1800" spc="7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spc="-10" dirty="0">
                          <a:latin typeface="Arial MT"/>
                          <a:cs typeface="Arial MT"/>
                        </a:rPr>
                        <a:t>Website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33020" marB="0">
                    <a:lnL w="9525">
                      <a:solidFill>
                        <a:srgbClr val="E4E4E4"/>
                      </a:solidFill>
                      <a:prstDash val="solid"/>
                    </a:lnL>
                    <a:lnR w="9525">
                      <a:solidFill>
                        <a:srgbClr val="E4E4E4"/>
                      </a:solidFill>
                      <a:prstDash val="solid"/>
                    </a:lnR>
                    <a:lnT w="9525">
                      <a:solidFill>
                        <a:srgbClr val="E4E4E4"/>
                      </a:solidFill>
                      <a:prstDash val="solid"/>
                    </a:lnT>
                    <a:lnB w="9525">
                      <a:solidFill>
                        <a:srgbClr val="E4E4E4"/>
                      </a:solidFill>
                      <a:prstDash val="soli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1800" spc="-130" dirty="0">
                          <a:latin typeface="Arial MT"/>
                          <a:cs typeface="Arial MT"/>
                        </a:rPr>
                        <a:t>Total</a:t>
                      </a:r>
                      <a:r>
                        <a:rPr sz="1800" spc="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spc="-150" dirty="0">
                          <a:latin typeface="Arial MT"/>
                          <a:cs typeface="Arial MT"/>
                        </a:rPr>
                        <a:t>number</a:t>
                      </a:r>
                      <a:r>
                        <a:rPr sz="1800" spc="1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dirty="0">
                          <a:latin typeface="Arial MT"/>
                          <a:cs typeface="Arial MT"/>
                        </a:rPr>
                        <a:t>of</a:t>
                      </a:r>
                      <a:r>
                        <a:rPr sz="1800" spc="6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spc="-245" dirty="0">
                          <a:latin typeface="Arial MT"/>
                          <a:cs typeface="Arial MT"/>
                        </a:rPr>
                        <a:t>HTML</a:t>
                      </a:r>
                      <a:r>
                        <a:rPr sz="180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spc="-20" dirty="0">
                          <a:latin typeface="Arial MT"/>
                          <a:cs typeface="Arial MT"/>
                        </a:rPr>
                        <a:t>tags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33020" marB="0">
                    <a:lnL w="9525">
                      <a:solidFill>
                        <a:srgbClr val="E4E4E4"/>
                      </a:solidFill>
                      <a:prstDash val="solid"/>
                    </a:lnL>
                    <a:lnR w="9525">
                      <a:solidFill>
                        <a:srgbClr val="E4E4E4"/>
                      </a:solidFill>
                      <a:prstDash val="solid"/>
                    </a:lnR>
                    <a:lnT w="9525">
                      <a:solidFill>
                        <a:srgbClr val="E4E4E4"/>
                      </a:solidFill>
                      <a:prstDash val="solid"/>
                    </a:lnT>
                    <a:lnB w="9525">
                      <a:solidFill>
                        <a:srgbClr val="E4E4E4"/>
                      </a:solidFill>
                      <a:prstDash val="solid"/>
                    </a:lnB>
                    <a:solidFill>
                      <a:srgbClr val="F8F8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125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59"/>
                        </a:spcBef>
                      </a:pPr>
                      <a:r>
                        <a:rPr sz="1800" spc="-50" dirty="0">
                          <a:latin typeface="Arial MT"/>
                          <a:cs typeface="Arial MT"/>
                        </a:rPr>
                        <a:t>Mozilla</a:t>
                      </a:r>
                      <a:r>
                        <a:rPr sz="180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spc="-95" dirty="0">
                          <a:latin typeface="Arial MT"/>
                          <a:cs typeface="Arial MT"/>
                        </a:rPr>
                        <a:t>Developer</a:t>
                      </a:r>
                      <a:r>
                        <a:rPr sz="1800" spc="-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spc="-20" dirty="0">
                          <a:latin typeface="Arial MT"/>
                          <a:cs typeface="Arial MT"/>
                        </a:rPr>
                        <a:t>Network(MDN)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33019" marB="0">
                    <a:lnL w="9525">
                      <a:solidFill>
                        <a:srgbClr val="E4E4E4"/>
                      </a:solidFill>
                      <a:prstDash val="solid"/>
                    </a:lnL>
                    <a:lnR w="9525">
                      <a:solidFill>
                        <a:srgbClr val="E4E4E4"/>
                      </a:solidFill>
                      <a:prstDash val="solid"/>
                    </a:lnR>
                    <a:lnT w="9525">
                      <a:solidFill>
                        <a:srgbClr val="E4E4E4"/>
                      </a:solidFill>
                      <a:prstDash val="solid"/>
                    </a:lnT>
                    <a:lnB w="9525">
                      <a:solidFill>
                        <a:srgbClr val="E4E4E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59"/>
                        </a:spcBef>
                      </a:pPr>
                      <a:r>
                        <a:rPr sz="1800" spc="-25" dirty="0">
                          <a:latin typeface="Arial MT"/>
                          <a:cs typeface="Arial MT"/>
                        </a:rPr>
                        <a:t>142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33019" marB="0">
                    <a:lnL w="9525">
                      <a:solidFill>
                        <a:srgbClr val="E4E4E4"/>
                      </a:solidFill>
                      <a:prstDash val="solid"/>
                    </a:lnL>
                    <a:lnR w="9525">
                      <a:solidFill>
                        <a:srgbClr val="E4E4E4"/>
                      </a:solidFill>
                      <a:prstDash val="solid"/>
                    </a:lnR>
                    <a:lnT w="9525">
                      <a:solidFill>
                        <a:srgbClr val="E4E4E4"/>
                      </a:solidFill>
                      <a:prstDash val="solid"/>
                    </a:lnT>
                    <a:lnB w="9525">
                      <a:solidFill>
                        <a:srgbClr val="E4E4E4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1800" spc="-95" dirty="0">
                          <a:latin typeface="Arial MT"/>
                          <a:cs typeface="Arial MT"/>
                        </a:rPr>
                        <a:t>HTML.com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33020" marB="0">
                    <a:lnL w="9525">
                      <a:solidFill>
                        <a:srgbClr val="E4E4E4"/>
                      </a:solidFill>
                      <a:prstDash val="solid"/>
                    </a:lnL>
                    <a:lnR w="9525">
                      <a:solidFill>
                        <a:srgbClr val="E4E4E4"/>
                      </a:solidFill>
                      <a:prstDash val="solid"/>
                    </a:lnR>
                    <a:lnT w="9525">
                      <a:solidFill>
                        <a:srgbClr val="E4E4E4"/>
                      </a:solidFill>
                      <a:prstDash val="solid"/>
                    </a:lnT>
                    <a:lnB w="9525">
                      <a:solidFill>
                        <a:srgbClr val="E4E4E4"/>
                      </a:solidFill>
                      <a:prstDash val="soli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1800" spc="-25" dirty="0">
                          <a:latin typeface="Arial MT"/>
                          <a:cs typeface="Arial MT"/>
                        </a:rPr>
                        <a:t>132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33020" marB="0">
                    <a:lnL w="9525">
                      <a:solidFill>
                        <a:srgbClr val="E4E4E4"/>
                      </a:solidFill>
                      <a:prstDash val="solid"/>
                    </a:lnL>
                    <a:lnR w="9525">
                      <a:solidFill>
                        <a:srgbClr val="E4E4E4"/>
                      </a:solidFill>
                      <a:prstDash val="solid"/>
                    </a:lnR>
                    <a:lnT w="9525">
                      <a:solidFill>
                        <a:srgbClr val="E4E4E4"/>
                      </a:solidFill>
                      <a:prstDash val="solid"/>
                    </a:lnT>
                    <a:lnB w="9525">
                      <a:solidFill>
                        <a:srgbClr val="E4E4E4"/>
                      </a:solidFill>
                      <a:prstDash val="solid"/>
                    </a:lnB>
                    <a:solidFill>
                      <a:srgbClr val="F8F8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125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1800" spc="-65" dirty="0">
                          <a:latin typeface="Arial MT"/>
                          <a:cs typeface="Arial MT"/>
                        </a:rPr>
                        <a:t>W3schools.com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33020" marB="0">
                    <a:lnL w="9525">
                      <a:solidFill>
                        <a:srgbClr val="E4E4E4"/>
                      </a:solidFill>
                      <a:prstDash val="solid"/>
                    </a:lnL>
                    <a:lnR w="9525">
                      <a:solidFill>
                        <a:srgbClr val="E4E4E4"/>
                      </a:solidFill>
                      <a:prstDash val="solid"/>
                    </a:lnR>
                    <a:lnT w="9525">
                      <a:solidFill>
                        <a:srgbClr val="E4E4E4"/>
                      </a:solidFill>
                      <a:prstDash val="solid"/>
                    </a:lnT>
                    <a:lnB w="9525">
                      <a:solidFill>
                        <a:srgbClr val="E4E4E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1800" spc="-25" dirty="0">
                          <a:latin typeface="Arial MT"/>
                          <a:cs typeface="Arial MT"/>
                        </a:rPr>
                        <a:t>119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33020" marB="0">
                    <a:lnL w="9525">
                      <a:solidFill>
                        <a:srgbClr val="E4E4E4"/>
                      </a:solidFill>
                      <a:prstDash val="solid"/>
                    </a:lnL>
                    <a:lnR w="9525">
                      <a:solidFill>
                        <a:srgbClr val="E4E4E4"/>
                      </a:solidFill>
                      <a:prstDash val="solid"/>
                    </a:lnR>
                    <a:lnT w="9525">
                      <a:solidFill>
                        <a:srgbClr val="E4E4E4"/>
                      </a:solidFill>
                      <a:prstDash val="solid"/>
                    </a:lnT>
                    <a:lnB w="9525">
                      <a:solidFill>
                        <a:srgbClr val="E4E4E4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1800" spc="-95" dirty="0">
                          <a:latin typeface="Arial MT"/>
                          <a:cs typeface="Arial MT"/>
                        </a:rPr>
                        <a:t>Eastmanreference.com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33020" marB="0">
                    <a:lnL w="9525">
                      <a:solidFill>
                        <a:srgbClr val="E4E4E4"/>
                      </a:solidFill>
                      <a:prstDash val="solid"/>
                    </a:lnL>
                    <a:lnR w="9525">
                      <a:solidFill>
                        <a:srgbClr val="E4E4E4"/>
                      </a:solidFill>
                      <a:prstDash val="solid"/>
                    </a:lnR>
                    <a:lnT w="9525">
                      <a:solidFill>
                        <a:srgbClr val="E4E4E4"/>
                      </a:solidFill>
                      <a:prstDash val="solid"/>
                    </a:lnT>
                    <a:lnB w="9525">
                      <a:solidFill>
                        <a:srgbClr val="E4E4E4"/>
                      </a:solidFill>
                      <a:prstDash val="soli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1800" spc="-25" dirty="0">
                          <a:latin typeface="Arial MT"/>
                          <a:cs typeface="Arial MT"/>
                        </a:rPr>
                        <a:t>115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33020" marB="0">
                    <a:lnL w="9525">
                      <a:solidFill>
                        <a:srgbClr val="E4E4E4"/>
                      </a:solidFill>
                      <a:prstDash val="solid"/>
                    </a:lnL>
                    <a:lnR w="9525">
                      <a:solidFill>
                        <a:srgbClr val="E4E4E4"/>
                      </a:solidFill>
                      <a:prstDash val="solid"/>
                    </a:lnR>
                    <a:lnT w="9525">
                      <a:solidFill>
                        <a:srgbClr val="E4E4E4"/>
                      </a:solidFill>
                      <a:prstDash val="solid"/>
                    </a:lnT>
                    <a:lnB w="9525">
                      <a:solidFill>
                        <a:srgbClr val="E4E4E4"/>
                      </a:solidFill>
                      <a:prstDash val="solid"/>
                    </a:lnB>
                    <a:solidFill>
                      <a:srgbClr val="F8F8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125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1800" spc="-40" dirty="0">
                          <a:latin typeface="Arial MT"/>
                          <a:cs typeface="Arial MT"/>
                        </a:rPr>
                        <a:t>Htmlreference.io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33020" marB="0">
                    <a:lnL w="9525">
                      <a:solidFill>
                        <a:srgbClr val="E4E4E4"/>
                      </a:solidFill>
                      <a:prstDash val="solid"/>
                    </a:lnL>
                    <a:lnR w="9525">
                      <a:solidFill>
                        <a:srgbClr val="E4E4E4"/>
                      </a:solidFill>
                      <a:prstDash val="solid"/>
                    </a:lnR>
                    <a:lnT w="9525">
                      <a:solidFill>
                        <a:srgbClr val="E4E4E4"/>
                      </a:solidFill>
                      <a:prstDash val="solid"/>
                    </a:lnT>
                    <a:lnB w="9525">
                      <a:solidFill>
                        <a:srgbClr val="E4E4E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1800" spc="-25" dirty="0">
                          <a:latin typeface="Arial MT"/>
                          <a:cs typeface="Arial MT"/>
                        </a:rPr>
                        <a:t>113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33020" marB="0">
                    <a:lnL w="9525">
                      <a:solidFill>
                        <a:srgbClr val="E4E4E4"/>
                      </a:solidFill>
                      <a:prstDash val="solid"/>
                    </a:lnL>
                    <a:lnR w="9525">
                      <a:solidFill>
                        <a:srgbClr val="E4E4E4"/>
                      </a:solidFill>
                      <a:prstDash val="solid"/>
                    </a:lnR>
                    <a:lnT w="9525">
                      <a:solidFill>
                        <a:srgbClr val="E4E4E4"/>
                      </a:solidFill>
                      <a:prstDash val="solid"/>
                    </a:lnT>
                    <a:lnB w="9525">
                      <a:solidFill>
                        <a:srgbClr val="E4E4E4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1800" spc="-114" dirty="0">
                          <a:latin typeface="Arial MT"/>
                          <a:cs typeface="Arial MT"/>
                        </a:rPr>
                        <a:t>Yourhtmlsource.com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33020" marB="0">
                    <a:lnL w="9525">
                      <a:solidFill>
                        <a:srgbClr val="E4E4E4"/>
                      </a:solidFill>
                      <a:prstDash val="solid"/>
                    </a:lnL>
                    <a:lnR w="9525">
                      <a:solidFill>
                        <a:srgbClr val="E4E4E4"/>
                      </a:solidFill>
                      <a:prstDash val="solid"/>
                    </a:lnR>
                    <a:lnT w="9525">
                      <a:solidFill>
                        <a:srgbClr val="E4E4E4"/>
                      </a:solidFill>
                      <a:prstDash val="solid"/>
                    </a:lnT>
                    <a:lnB w="9525">
                      <a:solidFill>
                        <a:srgbClr val="E4E4E4"/>
                      </a:solidFill>
                      <a:prstDash val="soli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1800" spc="-25" dirty="0">
                          <a:latin typeface="Arial MT"/>
                          <a:cs typeface="Arial MT"/>
                        </a:rPr>
                        <a:t>69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33020" marB="0">
                    <a:lnL w="9525">
                      <a:solidFill>
                        <a:srgbClr val="E4E4E4"/>
                      </a:solidFill>
                      <a:prstDash val="solid"/>
                    </a:lnL>
                    <a:lnR w="9525">
                      <a:solidFill>
                        <a:srgbClr val="E4E4E4"/>
                      </a:solidFill>
                      <a:prstDash val="solid"/>
                    </a:lnR>
                    <a:lnT w="9525">
                      <a:solidFill>
                        <a:srgbClr val="E4E4E4"/>
                      </a:solidFill>
                      <a:prstDash val="solid"/>
                    </a:lnT>
                    <a:lnB w="9525">
                      <a:solidFill>
                        <a:srgbClr val="E4E4E4"/>
                      </a:solidFill>
                      <a:prstDash val="solid"/>
                    </a:lnB>
                    <a:solidFill>
                      <a:srgbClr val="F8F8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4" name="object 4"/>
          <p:cNvSpPr txBox="1"/>
          <p:nvPr/>
        </p:nvSpPr>
        <p:spPr>
          <a:xfrm>
            <a:off x="705866" y="1431544"/>
            <a:ext cx="298894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10" dirty="0">
                <a:latin typeface="Arial"/>
                <a:cs typeface="Arial"/>
              </a:rPr>
              <a:t>Total</a:t>
            </a:r>
            <a:r>
              <a:rPr sz="1800" b="1" spc="-4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Number</a:t>
            </a:r>
            <a:r>
              <a:rPr sz="1800" b="1" spc="-4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of</a:t>
            </a:r>
            <a:r>
              <a:rPr sz="1800" b="1" spc="-4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HTML</a:t>
            </a:r>
            <a:r>
              <a:rPr sz="1800" b="1" spc="-75" dirty="0">
                <a:latin typeface="Arial"/>
                <a:cs typeface="Arial"/>
              </a:rPr>
              <a:t> </a:t>
            </a:r>
            <a:r>
              <a:rPr sz="1800" b="1" spc="-20" dirty="0">
                <a:latin typeface="Arial"/>
                <a:cs typeface="Arial"/>
              </a:rPr>
              <a:t>tags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88340" y="473709"/>
            <a:ext cx="7495540" cy="6045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1164590" algn="l"/>
                <a:tab pos="2558415" algn="l"/>
                <a:tab pos="5149850" algn="l"/>
                <a:tab pos="6008370" algn="l"/>
              </a:tabLst>
            </a:pPr>
            <a:r>
              <a:rPr sz="3800" spc="-25" dirty="0"/>
              <a:t>How</a:t>
            </a:r>
            <a:r>
              <a:rPr sz="3800" dirty="0"/>
              <a:t>	</a:t>
            </a:r>
            <a:r>
              <a:rPr sz="3800" spc="-20" dirty="0"/>
              <a:t>many</a:t>
            </a:r>
            <a:r>
              <a:rPr sz="3800" dirty="0"/>
              <a:t>	HTML</a:t>
            </a:r>
            <a:r>
              <a:rPr sz="3800" spc="-175" dirty="0"/>
              <a:t> </a:t>
            </a:r>
            <a:r>
              <a:rPr sz="3800" spc="-20" dirty="0"/>
              <a:t>tags</a:t>
            </a:r>
            <a:r>
              <a:rPr sz="3800" dirty="0"/>
              <a:t>	</a:t>
            </a:r>
            <a:r>
              <a:rPr sz="3800" spc="-25" dirty="0"/>
              <a:t>are</a:t>
            </a:r>
            <a:r>
              <a:rPr sz="3800" dirty="0"/>
              <a:t>	</a:t>
            </a:r>
            <a:r>
              <a:rPr sz="3800" spc="-10" dirty="0"/>
              <a:t>there?</a:t>
            </a:r>
            <a:endParaRPr sz="3800"/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625030" y="2719387"/>
          <a:ext cx="8125458" cy="146240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06272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6272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1800" spc="-145" dirty="0">
                          <a:latin typeface="Arial MT"/>
                          <a:cs typeface="Arial MT"/>
                        </a:rPr>
                        <a:t>Reference</a:t>
                      </a:r>
                      <a:r>
                        <a:rPr sz="1800" spc="7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spc="-10" dirty="0">
                          <a:latin typeface="Arial MT"/>
                          <a:cs typeface="Arial MT"/>
                        </a:rPr>
                        <a:t>Website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33020" marB="0">
                    <a:lnL w="9525">
                      <a:solidFill>
                        <a:srgbClr val="E4E4E4"/>
                      </a:solidFill>
                      <a:prstDash val="solid"/>
                    </a:lnL>
                    <a:lnR w="9525">
                      <a:solidFill>
                        <a:srgbClr val="E4E4E4"/>
                      </a:solidFill>
                      <a:prstDash val="solid"/>
                    </a:lnR>
                    <a:lnT w="9525">
                      <a:solidFill>
                        <a:srgbClr val="E4E4E4"/>
                      </a:solidFill>
                      <a:prstDash val="solid"/>
                    </a:lnT>
                    <a:lnB w="9525">
                      <a:solidFill>
                        <a:srgbClr val="E4E4E4"/>
                      </a:solidFill>
                      <a:prstDash val="soli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1800" spc="-130" dirty="0">
                          <a:latin typeface="Arial MT"/>
                          <a:cs typeface="Arial MT"/>
                        </a:rPr>
                        <a:t>Total</a:t>
                      </a:r>
                      <a:r>
                        <a:rPr sz="1800" spc="3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spc="-150" dirty="0">
                          <a:latin typeface="Arial MT"/>
                          <a:cs typeface="Arial MT"/>
                        </a:rPr>
                        <a:t>number</a:t>
                      </a:r>
                      <a:r>
                        <a:rPr sz="1800" spc="3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spc="-85" dirty="0">
                          <a:latin typeface="Arial MT"/>
                          <a:cs typeface="Arial MT"/>
                        </a:rPr>
                        <a:t>Supported</a:t>
                      </a:r>
                      <a:r>
                        <a:rPr sz="1800" spc="1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spc="-254" dirty="0">
                          <a:latin typeface="Arial MT"/>
                          <a:cs typeface="Arial MT"/>
                        </a:rPr>
                        <a:t>HTML</a:t>
                      </a:r>
                      <a:r>
                        <a:rPr sz="1800" spc="3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spc="-20" dirty="0">
                          <a:latin typeface="Arial MT"/>
                          <a:cs typeface="Arial MT"/>
                        </a:rPr>
                        <a:t>tags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33020" marB="0">
                    <a:lnL w="9525">
                      <a:solidFill>
                        <a:srgbClr val="E4E4E4"/>
                      </a:solidFill>
                      <a:prstDash val="solid"/>
                    </a:lnL>
                    <a:lnR w="9525">
                      <a:solidFill>
                        <a:srgbClr val="E4E4E4"/>
                      </a:solidFill>
                      <a:prstDash val="solid"/>
                    </a:lnR>
                    <a:lnT w="9525">
                      <a:solidFill>
                        <a:srgbClr val="E4E4E4"/>
                      </a:solidFill>
                      <a:prstDash val="solid"/>
                    </a:lnT>
                    <a:lnB w="9525">
                      <a:solidFill>
                        <a:srgbClr val="E4E4E4"/>
                      </a:solidFill>
                      <a:prstDash val="solid"/>
                    </a:lnB>
                    <a:solidFill>
                      <a:srgbClr val="F8F8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125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1800" spc="-45" dirty="0">
                          <a:latin typeface="Arial MT"/>
                          <a:cs typeface="Arial MT"/>
                        </a:rPr>
                        <a:t>Mozilla</a:t>
                      </a:r>
                      <a:r>
                        <a:rPr sz="1800" spc="-2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spc="-95" dirty="0">
                          <a:latin typeface="Arial MT"/>
                          <a:cs typeface="Arial MT"/>
                        </a:rPr>
                        <a:t>Developer</a:t>
                      </a:r>
                      <a:r>
                        <a:rPr sz="1800" spc="-2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spc="-20" dirty="0">
                          <a:latin typeface="Arial MT"/>
                          <a:cs typeface="Arial MT"/>
                        </a:rPr>
                        <a:t>Network(MDN)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33020" marB="0">
                    <a:lnL w="9525">
                      <a:solidFill>
                        <a:srgbClr val="E4E4E4"/>
                      </a:solidFill>
                      <a:prstDash val="solid"/>
                    </a:lnL>
                    <a:lnR w="9525">
                      <a:solidFill>
                        <a:srgbClr val="E4E4E4"/>
                      </a:solidFill>
                      <a:prstDash val="solid"/>
                    </a:lnR>
                    <a:lnT w="9525">
                      <a:solidFill>
                        <a:srgbClr val="E4E4E4"/>
                      </a:solidFill>
                      <a:prstDash val="solid"/>
                    </a:lnT>
                    <a:lnB w="9525">
                      <a:solidFill>
                        <a:srgbClr val="E4E4E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1800" spc="-25" dirty="0">
                          <a:latin typeface="Arial MT"/>
                          <a:cs typeface="Arial MT"/>
                        </a:rPr>
                        <a:t>111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33020" marB="0">
                    <a:lnL w="9525">
                      <a:solidFill>
                        <a:srgbClr val="E4E4E4"/>
                      </a:solidFill>
                      <a:prstDash val="solid"/>
                    </a:lnL>
                    <a:lnR w="9525">
                      <a:solidFill>
                        <a:srgbClr val="E4E4E4"/>
                      </a:solidFill>
                      <a:prstDash val="solid"/>
                    </a:lnR>
                    <a:lnT w="9525">
                      <a:solidFill>
                        <a:srgbClr val="E4E4E4"/>
                      </a:solidFill>
                      <a:prstDash val="solid"/>
                    </a:lnT>
                    <a:lnB w="9525">
                      <a:solidFill>
                        <a:srgbClr val="E4E4E4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1800" spc="-40" dirty="0">
                          <a:latin typeface="Arial MT"/>
                          <a:cs typeface="Arial MT"/>
                        </a:rPr>
                        <a:t>Htmlreference.io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33020" marB="0">
                    <a:lnL w="9525">
                      <a:solidFill>
                        <a:srgbClr val="E4E4E4"/>
                      </a:solidFill>
                      <a:prstDash val="solid"/>
                    </a:lnL>
                    <a:lnR w="9525">
                      <a:solidFill>
                        <a:srgbClr val="E4E4E4"/>
                      </a:solidFill>
                      <a:prstDash val="solid"/>
                    </a:lnR>
                    <a:lnT w="9525">
                      <a:solidFill>
                        <a:srgbClr val="E4E4E4"/>
                      </a:solidFill>
                      <a:prstDash val="solid"/>
                    </a:lnT>
                    <a:lnB w="9525">
                      <a:solidFill>
                        <a:srgbClr val="E4E4E4"/>
                      </a:solidFill>
                      <a:prstDash val="soli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1800" spc="-25" dirty="0">
                          <a:latin typeface="Arial MT"/>
                          <a:cs typeface="Arial MT"/>
                        </a:rPr>
                        <a:t>113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33020" marB="0">
                    <a:lnL w="9525">
                      <a:solidFill>
                        <a:srgbClr val="E4E4E4"/>
                      </a:solidFill>
                      <a:prstDash val="solid"/>
                    </a:lnL>
                    <a:lnR w="9525">
                      <a:solidFill>
                        <a:srgbClr val="E4E4E4"/>
                      </a:solidFill>
                      <a:prstDash val="solid"/>
                    </a:lnR>
                    <a:lnT w="9525">
                      <a:solidFill>
                        <a:srgbClr val="E4E4E4"/>
                      </a:solidFill>
                      <a:prstDash val="solid"/>
                    </a:lnT>
                    <a:lnB w="9525">
                      <a:solidFill>
                        <a:srgbClr val="E4E4E4"/>
                      </a:solidFill>
                      <a:prstDash val="solid"/>
                    </a:lnB>
                    <a:solidFill>
                      <a:srgbClr val="F8F8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1800" spc="-65" dirty="0">
                          <a:latin typeface="Arial MT"/>
                          <a:cs typeface="Arial MT"/>
                        </a:rPr>
                        <a:t>W3schools.com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33020" marB="0">
                    <a:lnL w="9525">
                      <a:solidFill>
                        <a:srgbClr val="E4E4E4"/>
                      </a:solidFill>
                      <a:prstDash val="solid"/>
                    </a:lnL>
                    <a:lnR w="9525">
                      <a:solidFill>
                        <a:srgbClr val="E4E4E4"/>
                      </a:solidFill>
                      <a:prstDash val="solid"/>
                    </a:lnR>
                    <a:lnT w="9525">
                      <a:solidFill>
                        <a:srgbClr val="E4E4E4"/>
                      </a:solidFill>
                      <a:prstDash val="solid"/>
                    </a:lnT>
                    <a:lnB w="9525">
                      <a:solidFill>
                        <a:srgbClr val="E4E4E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1800" spc="-25" dirty="0">
                          <a:latin typeface="Arial MT"/>
                          <a:cs typeface="Arial MT"/>
                        </a:rPr>
                        <a:t>107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33020" marB="0">
                    <a:lnL w="9525">
                      <a:solidFill>
                        <a:srgbClr val="E4E4E4"/>
                      </a:solidFill>
                      <a:prstDash val="solid"/>
                    </a:lnL>
                    <a:lnR w="9525">
                      <a:solidFill>
                        <a:srgbClr val="E4E4E4"/>
                      </a:solidFill>
                      <a:prstDash val="solid"/>
                    </a:lnR>
                    <a:lnT w="9525">
                      <a:solidFill>
                        <a:srgbClr val="E4E4E4"/>
                      </a:solidFill>
                      <a:prstDash val="solid"/>
                    </a:lnT>
                    <a:lnB w="9525">
                      <a:solidFill>
                        <a:srgbClr val="E4E4E4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4" name="object 4"/>
          <p:cNvSpPr txBox="1"/>
          <p:nvPr/>
        </p:nvSpPr>
        <p:spPr>
          <a:xfrm>
            <a:off x="688340" y="1404874"/>
            <a:ext cx="7243445" cy="848360"/>
          </a:xfrm>
          <a:prstGeom prst="rect">
            <a:avLst/>
          </a:prstGeom>
        </p:spPr>
        <p:txBody>
          <a:bodyPr vert="horz" wrap="square" lIns="0" tIns="1498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80"/>
              </a:spcBef>
            </a:pPr>
            <a:r>
              <a:rPr sz="1800" b="1" dirty="0">
                <a:latin typeface="Arial"/>
                <a:cs typeface="Arial"/>
              </a:rPr>
              <a:t>Current</a:t>
            </a:r>
            <a:r>
              <a:rPr sz="1800" b="1" spc="-3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usable</a:t>
            </a:r>
            <a:r>
              <a:rPr sz="1800" b="1" spc="-2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HTML</a:t>
            </a:r>
            <a:r>
              <a:rPr sz="1800" b="1" spc="-60" dirty="0">
                <a:latin typeface="Arial"/>
                <a:cs typeface="Arial"/>
              </a:rPr>
              <a:t> </a:t>
            </a:r>
            <a:r>
              <a:rPr sz="1800" b="1" spc="-20" dirty="0">
                <a:latin typeface="Arial"/>
                <a:cs typeface="Arial"/>
              </a:rPr>
              <a:t>tags</a:t>
            </a:r>
            <a:endParaRPr sz="18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080"/>
              </a:spcBef>
            </a:pPr>
            <a:r>
              <a:rPr sz="1800" b="1" dirty="0">
                <a:solidFill>
                  <a:srgbClr val="414141"/>
                </a:solidFill>
                <a:latin typeface="Arial"/>
                <a:cs typeface="Arial"/>
              </a:rPr>
              <a:t>These</a:t>
            </a:r>
            <a:r>
              <a:rPr sz="1800" b="1" spc="-15" dirty="0">
                <a:solidFill>
                  <a:srgbClr val="414141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414141"/>
                </a:solidFill>
                <a:latin typeface="Arial"/>
                <a:cs typeface="Arial"/>
              </a:rPr>
              <a:t>HTML</a:t>
            </a:r>
            <a:r>
              <a:rPr sz="1800" b="1" spc="-50" dirty="0">
                <a:solidFill>
                  <a:srgbClr val="414141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414141"/>
                </a:solidFill>
                <a:latin typeface="Arial"/>
                <a:cs typeface="Arial"/>
              </a:rPr>
              <a:t>tags</a:t>
            </a:r>
            <a:r>
              <a:rPr sz="1800" b="1" spc="-15" dirty="0">
                <a:solidFill>
                  <a:srgbClr val="414141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414141"/>
                </a:solidFill>
                <a:latin typeface="Arial"/>
                <a:cs typeface="Arial"/>
              </a:rPr>
              <a:t>are</a:t>
            </a:r>
            <a:r>
              <a:rPr sz="1800" b="1" spc="-15" dirty="0">
                <a:solidFill>
                  <a:srgbClr val="414141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414141"/>
                </a:solidFill>
                <a:latin typeface="Arial"/>
                <a:cs typeface="Arial"/>
              </a:rPr>
              <a:t>part</a:t>
            </a:r>
            <a:r>
              <a:rPr sz="1800" b="1" spc="-15" dirty="0">
                <a:solidFill>
                  <a:srgbClr val="414141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414141"/>
                </a:solidFill>
                <a:latin typeface="Arial"/>
                <a:cs typeface="Arial"/>
              </a:rPr>
              <a:t>of</a:t>
            </a:r>
            <a:r>
              <a:rPr sz="1800" b="1" spc="-25" dirty="0">
                <a:solidFill>
                  <a:srgbClr val="414141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414141"/>
                </a:solidFill>
                <a:latin typeface="Arial"/>
                <a:cs typeface="Arial"/>
              </a:rPr>
              <a:t>the</a:t>
            </a:r>
            <a:r>
              <a:rPr sz="1800" b="1" spc="-10" dirty="0">
                <a:solidFill>
                  <a:srgbClr val="414141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414141"/>
                </a:solidFill>
                <a:latin typeface="Arial"/>
                <a:cs typeface="Arial"/>
              </a:rPr>
              <a:t>current</a:t>
            </a:r>
            <a:r>
              <a:rPr sz="1800" b="1" spc="-25" dirty="0">
                <a:solidFill>
                  <a:srgbClr val="414141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414141"/>
                </a:solidFill>
                <a:latin typeface="Arial"/>
                <a:cs typeface="Arial"/>
              </a:rPr>
              <a:t>version</a:t>
            </a:r>
            <a:r>
              <a:rPr sz="1800" b="1" spc="-25" dirty="0">
                <a:solidFill>
                  <a:srgbClr val="414141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414141"/>
                </a:solidFill>
                <a:latin typeface="Arial"/>
                <a:cs typeface="Arial"/>
              </a:rPr>
              <a:t>of</a:t>
            </a:r>
            <a:r>
              <a:rPr sz="1800" b="1" spc="-15" dirty="0">
                <a:solidFill>
                  <a:srgbClr val="414141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414141"/>
                </a:solidFill>
                <a:latin typeface="Arial"/>
                <a:cs typeface="Arial"/>
              </a:rPr>
              <a:t>HTML</a:t>
            </a:r>
            <a:r>
              <a:rPr sz="1800" b="1" spc="-50" dirty="0">
                <a:solidFill>
                  <a:srgbClr val="414141"/>
                </a:solidFill>
                <a:latin typeface="Arial"/>
                <a:cs typeface="Arial"/>
              </a:rPr>
              <a:t> </a:t>
            </a:r>
            <a:r>
              <a:rPr sz="1800" b="1" spc="-10" dirty="0">
                <a:solidFill>
                  <a:srgbClr val="414141"/>
                </a:solidFill>
                <a:latin typeface="Arial"/>
                <a:cs typeface="Arial"/>
              </a:rPr>
              <a:t>(HTML5).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544068" rIns="0" bIns="0" rtlCol="0">
            <a:spAutoFit/>
          </a:bodyPr>
          <a:lstStyle/>
          <a:p>
            <a:pPr marL="2760345">
              <a:lnSpc>
                <a:spcPct val="100000"/>
              </a:lnSpc>
              <a:spcBef>
                <a:spcPts val="100"/>
              </a:spcBef>
            </a:pPr>
            <a:r>
              <a:rPr dirty="0"/>
              <a:t>HTML</a:t>
            </a:r>
            <a:r>
              <a:rPr spc="-70" dirty="0"/>
              <a:t> </a:t>
            </a:r>
            <a:r>
              <a:rPr spc="-10" dirty="0"/>
              <a:t>Element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80363" y="1340866"/>
            <a:ext cx="7559040" cy="2972435"/>
          </a:xfrm>
          <a:prstGeom prst="rect">
            <a:avLst/>
          </a:prstGeom>
        </p:spPr>
        <p:txBody>
          <a:bodyPr vert="horz" wrap="square" lIns="0" tIns="116205" rIns="0" bIns="0" rtlCol="0">
            <a:spAutoFit/>
          </a:bodyPr>
          <a:lstStyle/>
          <a:p>
            <a:pPr marL="349885" marR="5080" indent="-337820">
              <a:lnSpc>
                <a:spcPct val="80000"/>
              </a:lnSpc>
              <a:spcBef>
                <a:spcPts val="915"/>
              </a:spcBef>
            </a:pPr>
            <a:r>
              <a:rPr sz="3400" spc="-315" dirty="0">
                <a:latin typeface="Arial MT"/>
                <a:cs typeface="Arial MT"/>
              </a:rPr>
              <a:t>An</a:t>
            </a:r>
            <a:r>
              <a:rPr sz="3400" spc="-10" dirty="0">
                <a:latin typeface="Arial MT"/>
                <a:cs typeface="Arial MT"/>
              </a:rPr>
              <a:t> </a:t>
            </a:r>
            <a:r>
              <a:rPr sz="3400" spc="-465" dirty="0">
                <a:latin typeface="Arial MT"/>
                <a:cs typeface="Arial MT"/>
              </a:rPr>
              <a:t>HTML</a:t>
            </a:r>
            <a:r>
              <a:rPr sz="3400" spc="-5" dirty="0">
                <a:latin typeface="Arial MT"/>
                <a:cs typeface="Arial MT"/>
              </a:rPr>
              <a:t> </a:t>
            </a:r>
            <a:r>
              <a:rPr sz="3400" spc="-225" dirty="0">
                <a:latin typeface="Arial MT"/>
                <a:cs typeface="Arial MT"/>
              </a:rPr>
              <a:t>element</a:t>
            </a:r>
            <a:r>
              <a:rPr sz="3400" spc="-15" dirty="0">
                <a:latin typeface="Arial MT"/>
                <a:cs typeface="Arial MT"/>
              </a:rPr>
              <a:t> </a:t>
            </a:r>
            <a:r>
              <a:rPr sz="3400" spc="-210" dirty="0">
                <a:latin typeface="Arial MT"/>
                <a:cs typeface="Arial MT"/>
              </a:rPr>
              <a:t>usually</a:t>
            </a:r>
            <a:r>
              <a:rPr sz="3400" spc="-15" dirty="0">
                <a:latin typeface="Arial MT"/>
                <a:cs typeface="Arial MT"/>
              </a:rPr>
              <a:t> </a:t>
            </a:r>
            <a:r>
              <a:rPr sz="3400" spc="-350" dirty="0">
                <a:latin typeface="Arial MT"/>
                <a:cs typeface="Arial MT"/>
              </a:rPr>
              <a:t>consists</a:t>
            </a:r>
            <a:r>
              <a:rPr sz="3400" spc="5" dirty="0">
                <a:latin typeface="Arial MT"/>
                <a:cs typeface="Arial MT"/>
              </a:rPr>
              <a:t> </a:t>
            </a:r>
            <a:r>
              <a:rPr sz="3400" dirty="0">
                <a:latin typeface="Arial MT"/>
                <a:cs typeface="Arial MT"/>
              </a:rPr>
              <a:t>of</a:t>
            </a:r>
            <a:r>
              <a:rPr sz="3400" spc="90" dirty="0">
                <a:latin typeface="Arial MT"/>
                <a:cs typeface="Arial MT"/>
              </a:rPr>
              <a:t> </a:t>
            </a:r>
            <a:r>
              <a:rPr sz="3400" dirty="0">
                <a:latin typeface="Arial MT"/>
                <a:cs typeface="Arial MT"/>
              </a:rPr>
              <a:t>a </a:t>
            </a:r>
            <a:r>
              <a:rPr sz="3400" b="1" spc="-10" dirty="0">
                <a:latin typeface="Arial"/>
                <a:cs typeface="Arial"/>
              </a:rPr>
              <a:t>start </a:t>
            </a:r>
            <a:r>
              <a:rPr sz="3400" b="1" spc="-200" dirty="0">
                <a:latin typeface="Arial"/>
                <a:cs typeface="Arial"/>
              </a:rPr>
              <a:t>tag</a:t>
            </a:r>
            <a:r>
              <a:rPr sz="3400" b="1" spc="-40" dirty="0">
                <a:latin typeface="Arial"/>
                <a:cs typeface="Arial"/>
              </a:rPr>
              <a:t> </a:t>
            </a:r>
            <a:r>
              <a:rPr sz="3400" spc="-120" dirty="0">
                <a:latin typeface="Arial MT"/>
                <a:cs typeface="Arial MT"/>
              </a:rPr>
              <a:t>and</a:t>
            </a:r>
            <a:r>
              <a:rPr sz="3400" spc="-80" dirty="0">
                <a:latin typeface="Arial MT"/>
                <a:cs typeface="Arial MT"/>
              </a:rPr>
              <a:t> </a:t>
            </a:r>
            <a:r>
              <a:rPr sz="3400" b="1" spc="-285" dirty="0">
                <a:latin typeface="Arial"/>
                <a:cs typeface="Arial"/>
              </a:rPr>
              <a:t>end</a:t>
            </a:r>
            <a:r>
              <a:rPr sz="3400" b="1" spc="-65" dirty="0">
                <a:latin typeface="Arial"/>
                <a:cs typeface="Arial"/>
              </a:rPr>
              <a:t> </a:t>
            </a:r>
            <a:r>
              <a:rPr sz="3400" b="1" spc="-195" dirty="0">
                <a:latin typeface="Arial"/>
                <a:cs typeface="Arial"/>
              </a:rPr>
              <a:t>tag</a:t>
            </a:r>
            <a:r>
              <a:rPr sz="3400" spc="-195" dirty="0">
                <a:latin typeface="Arial MT"/>
                <a:cs typeface="Arial MT"/>
              </a:rPr>
              <a:t>,</a:t>
            </a:r>
            <a:r>
              <a:rPr sz="3400" spc="-5" dirty="0">
                <a:latin typeface="Arial MT"/>
                <a:cs typeface="Arial MT"/>
              </a:rPr>
              <a:t> </a:t>
            </a:r>
            <a:r>
              <a:rPr sz="3400" spc="-155" dirty="0">
                <a:latin typeface="Arial MT"/>
                <a:cs typeface="Arial MT"/>
              </a:rPr>
              <a:t>with</a:t>
            </a:r>
            <a:r>
              <a:rPr sz="3400" spc="-25" dirty="0">
                <a:latin typeface="Arial MT"/>
                <a:cs typeface="Arial MT"/>
              </a:rPr>
              <a:t> </a:t>
            </a:r>
            <a:r>
              <a:rPr sz="3400" spc="-210" dirty="0">
                <a:latin typeface="Arial MT"/>
                <a:cs typeface="Arial MT"/>
              </a:rPr>
              <a:t>the</a:t>
            </a:r>
            <a:r>
              <a:rPr sz="3400" spc="-30" dirty="0">
                <a:latin typeface="Arial MT"/>
                <a:cs typeface="Arial MT"/>
              </a:rPr>
              <a:t> </a:t>
            </a:r>
            <a:r>
              <a:rPr sz="3400" spc="-245" dirty="0">
                <a:latin typeface="Arial MT"/>
                <a:cs typeface="Arial MT"/>
              </a:rPr>
              <a:t>content</a:t>
            </a:r>
            <a:r>
              <a:rPr sz="3400" spc="-10" dirty="0">
                <a:latin typeface="Arial MT"/>
                <a:cs typeface="Arial MT"/>
              </a:rPr>
              <a:t> </a:t>
            </a:r>
            <a:r>
              <a:rPr sz="3400" spc="-140" dirty="0">
                <a:latin typeface="Arial MT"/>
                <a:cs typeface="Arial MT"/>
              </a:rPr>
              <a:t>inserted</a:t>
            </a:r>
            <a:endParaRPr sz="3400">
              <a:latin typeface="Arial MT"/>
              <a:cs typeface="Arial MT"/>
            </a:endParaRPr>
          </a:p>
          <a:p>
            <a:pPr marL="2962910">
              <a:lnSpc>
                <a:spcPts val="3265"/>
              </a:lnSpc>
            </a:pPr>
            <a:r>
              <a:rPr sz="3400" spc="-195" dirty="0">
                <a:latin typeface="Arial MT"/>
                <a:cs typeface="Arial MT"/>
              </a:rPr>
              <a:t>in</a:t>
            </a:r>
            <a:r>
              <a:rPr sz="3400" spc="-45" dirty="0">
                <a:latin typeface="Arial MT"/>
                <a:cs typeface="Arial MT"/>
              </a:rPr>
              <a:t> </a:t>
            </a:r>
            <a:r>
              <a:rPr sz="3400" spc="-70" dirty="0">
                <a:latin typeface="Arial MT"/>
                <a:cs typeface="Arial MT"/>
              </a:rPr>
              <a:t>between.</a:t>
            </a:r>
            <a:endParaRPr sz="3400">
              <a:latin typeface="Arial MT"/>
              <a:cs typeface="Arial MT"/>
            </a:endParaRPr>
          </a:p>
          <a:p>
            <a:pPr marR="373380" algn="ctr">
              <a:lnSpc>
                <a:spcPct val="100000"/>
              </a:lnSpc>
              <a:spcBef>
                <a:spcPts val="2380"/>
              </a:spcBef>
            </a:pPr>
            <a:r>
              <a:rPr sz="3700" dirty="0">
                <a:latin typeface="Arial MT"/>
                <a:cs typeface="Arial MT"/>
              </a:rPr>
              <a:t>&lt;starting</a:t>
            </a:r>
            <a:r>
              <a:rPr sz="3700" spc="-105" dirty="0">
                <a:latin typeface="Arial MT"/>
                <a:cs typeface="Arial MT"/>
              </a:rPr>
              <a:t> </a:t>
            </a:r>
            <a:r>
              <a:rPr sz="3700" dirty="0">
                <a:latin typeface="Arial MT"/>
                <a:cs typeface="Arial MT"/>
              </a:rPr>
              <a:t>tag&gt;</a:t>
            </a:r>
            <a:r>
              <a:rPr sz="3700" spc="-100" dirty="0">
                <a:latin typeface="Arial MT"/>
                <a:cs typeface="Arial MT"/>
              </a:rPr>
              <a:t> </a:t>
            </a:r>
            <a:r>
              <a:rPr sz="3700" dirty="0">
                <a:latin typeface="Arial MT"/>
                <a:cs typeface="Arial MT"/>
              </a:rPr>
              <a:t>…..</a:t>
            </a:r>
            <a:r>
              <a:rPr sz="3700" spc="-100" dirty="0">
                <a:latin typeface="Arial MT"/>
                <a:cs typeface="Arial MT"/>
              </a:rPr>
              <a:t> </a:t>
            </a:r>
            <a:r>
              <a:rPr sz="3700" dirty="0">
                <a:latin typeface="Arial MT"/>
                <a:cs typeface="Arial MT"/>
              </a:rPr>
              <a:t>&lt;/ending</a:t>
            </a:r>
            <a:r>
              <a:rPr sz="3700" spc="-90" dirty="0">
                <a:latin typeface="Arial MT"/>
                <a:cs typeface="Arial MT"/>
              </a:rPr>
              <a:t> </a:t>
            </a:r>
            <a:r>
              <a:rPr sz="3700" spc="-20" dirty="0">
                <a:latin typeface="Arial MT"/>
                <a:cs typeface="Arial MT"/>
              </a:rPr>
              <a:t>tag&gt;</a:t>
            </a:r>
            <a:endParaRPr sz="3700">
              <a:latin typeface="Arial MT"/>
              <a:cs typeface="Arial MT"/>
            </a:endParaRPr>
          </a:p>
          <a:p>
            <a:pPr marR="372745" algn="ctr">
              <a:lnSpc>
                <a:spcPct val="100000"/>
              </a:lnSpc>
              <a:spcBef>
                <a:spcPts val="1330"/>
              </a:spcBef>
            </a:pPr>
            <a:r>
              <a:rPr sz="3700" b="1" dirty="0">
                <a:solidFill>
                  <a:srgbClr val="35385A"/>
                </a:solidFill>
                <a:latin typeface="Arial"/>
                <a:cs typeface="Arial"/>
              </a:rPr>
              <a:t>&lt;p&gt;</a:t>
            </a:r>
            <a:r>
              <a:rPr sz="3700" b="1" spc="-35" dirty="0">
                <a:solidFill>
                  <a:srgbClr val="35385A"/>
                </a:solidFill>
                <a:latin typeface="Arial"/>
                <a:cs typeface="Arial"/>
              </a:rPr>
              <a:t> </a:t>
            </a:r>
            <a:r>
              <a:rPr sz="3000" b="1" dirty="0">
                <a:solidFill>
                  <a:srgbClr val="052229"/>
                </a:solidFill>
                <a:latin typeface="Arial"/>
                <a:cs typeface="Arial"/>
              </a:rPr>
              <a:t>Welcome</a:t>
            </a:r>
            <a:r>
              <a:rPr sz="3000" b="1" spc="-40" dirty="0">
                <a:solidFill>
                  <a:srgbClr val="052229"/>
                </a:solidFill>
                <a:latin typeface="Arial"/>
                <a:cs typeface="Arial"/>
              </a:rPr>
              <a:t> </a:t>
            </a:r>
            <a:r>
              <a:rPr sz="3000" b="1" dirty="0">
                <a:solidFill>
                  <a:srgbClr val="052229"/>
                </a:solidFill>
                <a:latin typeface="Arial"/>
                <a:cs typeface="Arial"/>
              </a:rPr>
              <a:t>to</a:t>
            </a:r>
            <a:r>
              <a:rPr sz="3000" b="1" spc="-20" dirty="0">
                <a:solidFill>
                  <a:srgbClr val="052229"/>
                </a:solidFill>
                <a:latin typeface="Arial"/>
                <a:cs typeface="Arial"/>
              </a:rPr>
              <a:t> </a:t>
            </a:r>
            <a:r>
              <a:rPr sz="3000" b="1" spc="-10" dirty="0">
                <a:solidFill>
                  <a:srgbClr val="052229"/>
                </a:solidFill>
                <a:latin typeface="Arial"/>
                <a:cs typeface="Arial"/>
              </a:rPr>
              <a:t>BASIS-SEIP</a:t>
            </a:r>
            <a:r>
              <a:rPr sz="3700" b="1" spc="-10" dirty="0">
                <a:solidFill>
                  <a:srgbClr val="35385A"/>
                </a:solidFill>
                <a:latin typeface="Arial"/>
                <a:cs typeface="Arial"/>
              </a:rPr>
              <a:t>&lt;/p&gt;</a:t>
            </a:r>
            <a:endParaRPr sz="37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531876" rIns="0" bIns="0" rtlCol="0">
            <a:spAutoFit/>
          </a:bodyPr>
          <a:lstStyle/>
          <a:p>
            <a:pPr marL="2729230">
              <a:lnSpc>
                <a:spcPct val="100000"/>
              </a:lnSpc>
              <a:spcBef>
                <a:spcPts val="100"/>
              </a:spcBef>
            </a:pPr>
            <a:r>
              <a:rPr spc="-200" dirty="0"/>
              <a:t>N</a:t>
            </a:r>
            <a:r>
              <a:rPr b="0" spc="-200" dirty="0">
                <a:solidFill>
                  <a:srgbClr val="464646"/>
                </a:solidFill>
                <a:latin typeface="Arial MT"/>
                <a:cs typeface="Arial MT"/>
              </a:rPr>
              <a:t>ested</a:t>
            </a:r>
            <a:r>
              <a:rPr b="0" spc="-80" dirty="0">
                <a:solidFill>
                  <a:srgbClr val="464646"/>
                </a:solidFill>
                <a:latin typeface="Arial MT"/>
                <a:cs typeface="Arial MT"/>
              </a:rPr>
              <a:t> </a:t>
            </a:r>
            <a:r>
              <a:rPr spc="-10" dirty="0"/>
              <a:t>Element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340487" rIns="0" bIns="0" rtlCol="0">
            <a:spAutoFit/>
          </a:bodyPr>
          <a:lstStyle/>
          <a:p>
            <a:pPr marL="2327910" marR="325755" indent="-1064895">
              <a:lnSpc>
                <a:spcPct val="100000"/>
              </a:lnSpc>
              <a:spcBef>
                <a:spcPts val="95"/>
              </a:spcBef>
            </a:pPr>
            <a:r>
              <a:rPr sz="3200" b="0" u="none" dirty="0">
                <a:latin typeface="Ebrima"/>
                <a:cs typeface="Ebrima"/>
              </a:rPr>
              <a:t>When</a:t>
            </a:r>
            <a:r>
              <a:rPr sz="3200" b="0" u="none" spc="-90" dirty="0">
                <a:latin typeface="Ebrima"/>
                <a:cs typeface="Ebrima"/>
              </a:rPr>
              <a:t> </a:t>
            </a:r>
            <a:r>
              <a:rPr sz="3200" b="0" u="none" dirty="0">
                <a:latin typeface="Ebrima"/>
                <a:cs typeface="Ebrima"/>
              </a:rPr>
              <a:t>an</a:t>
            </a:r>
            <a:r>
              <a:rPr sz="3200" b="0" u="none" spc="-85" dirty="0">
                <a:latin typeface="Ebrima"/>
                <a:cs typeface="Ebrima"/>
              </a:rPr>
              <a:t> </a:t>
            </a:r>
            <a:r>
              <a:rPr sz="3200" b="0" u="none" dirty="0">
                <a:latin typeface="Ebrima"/>
                <a:cs typeface="Ebrima"/>
              </a:rPr>
              <a:t>element,</a:t>
            </a:r>
            <a:r>
              <a:rPr sz="3200" b="0" u="none" spc="-75" dirty="0">
                <a:latin typeface="Ebrima"/>
                <a:cs typeface="Ebrima"/>
              </a:rPr>
              <a:t> </a:t>
            </a:r>
            <a:r>
              <a:rPr sz="3200" b="0" u="none" dirty="0">
                <a:latin typeface="Ebrima"/>
                <a:cs typeface="Ebrima"/>
              </a:rPr>
              <a:t>inserted</a:t>
            </a:r>
            <a:r>
              <a:rPr sz="3200" b="0" u="none" spc="-70" dirty="0">
                <a:latin typeface="Ebrima"/>
                <a:cs typeface="Ebrima"/>
              </a:rPr>
              <a:t> </a:t>
            </a:r>
            <a:r>
              <a:rPr sz="3200" b="0" u="none" spc="-10" dirty="0">
                <a:latin typeface="Ebrima"/>
                <a:cs typeface="Ebrima"/>
              </a:rPr>
              <a:t>between </a:t>
            </a:r>
            <a:r>
              <a:rPr sz="3200" b="0" u="none" dirty="0">
                <a:latin typeface="Ebrima"/>
                <a:cs typeface="Ebrima"/>
              </a:rPr>
              <a:t>another</a:t>
            </a:r>
            <a:r>
              <a:rPr sz="3200" b="0" u="none" spc="-70" dirty="0">
                <a:latin typeface="Ebrima"/>
                <a:cs typeface="Ebrima"/>
              </a:rPr>
              <a:t> </a:t>
            </a:r>
            <a:r>
              <a:rPr sz="3200" b="0" u="none" dirty="0">
                <a:latin typeface="Ebrima"/>
                <a:cs typeface="Ebrima"/>
              </a:rPr>
              <a:t>element</a:t>
            </a:r>
            <a:r>
              <a:rPr sz="3200" b="0" u="none" spc="-55" dirty="0">
                <a:latin typeface="Ebrima"/>
                <a:cs typeface="Ebrima"/>
              </a:rPr>
              <a:t> </a:t>
            </a:r>
            <a:r>
              <a:rPr sz="3200" b="0" u="none" dirty="0">
                <a:latin typeface="Ebrima"/>
                <a:cs typeface="Ebrima"/>
              </a:rPr>
              <a:t>it</a:t>
            </a:r>
            <a:r>
              <a:rPr sz="3200" b="0" u="none" spc="-70" dirty="0">
                <a:latin typeface="Ebrima"/>
                <a:cs typeface="Ebrima"/>
              </a:rPr>
              <a:t> </a:t>
            </a:r>
            <a:r>
              <a:rPr sz="3200" b="0" u="none" dirty="0">
                <a:latin typeface="Ebrima"/>
                <a:cs typeface="Ebrima"/>
              </a:rPr>
              <a:t>is</a:t>
            </a:r>
            <a:r>
              <a:rPr sz="3200" b="0" u="none" spc="-60" dirty="0">
                <a:latin typeface="Ebrima"/>
                <a:cs typeface="Ebrima"/>
              </a:rPr>
              <a:t> </a:t>
            </a:r>
            <a:r>
              <a:rPr sz="3200" b="0" u="none" spc="-10" dirty="0">
                <a:latin typeface="Ebrima"/>
                <a:cs typeface="Ebrima"/>
              </a:rPr>
              <a:t>called</a:t>
            </a:r>
            <a:endParaRPr sz="3200">
              <a:latin typeface="Ebrima"/>
              <a:cs typeface="Ebrima"/>
            </a:endParaRPr>
          </a:p>
          <a:p>
            <a:pPr marL="2945130">
              <a:lnSpc>
                <a:spcPct val="100000"/>
              </a:lnSpc>
              <a:spcBef>
                <a:spcPts val="705"/>
              </a:spcBef>
            </a:pPr>
            <a:r>
              <a:rPr sz="3200" b="0" u="none" dirty="0">
                <a:latin typeface="Ebrima"/>
                <a:cs typeface="Ebrima"/>
              </a:rPr>
              <a:t>Nested</a:t>
            </a:r>
            <a:r>
              <a:rPr sz="3200" b="0" u="none" spc="-85" dirty="0">
                <a:latin typeface="Ebrima"/>
                <a:cs typeface="Ebrima"/>
              </a:rPr>
              <a:t> </a:t>
            </a:r>
            <a:r>
              <a:rPr sz="3200" b="0" u="none" spc="-10" dirty="0">
                <a:latin typeface="Ebrima"/>
                <a:cs typeface="Ebrima"/>
              </a:rPr>
              <a:t>Elements.</a:t>
            </a:r>
            <a:endParaRPr sz="3200">
              <a:latin typeface="Ebrima"/>
              <a:cs typeface="Ebrima"/>
            </a:endParaRPr>
          </a:p>
          <a:p>
            <a:pPr marL="3024505">
              <a:lnSpc>
                <a:spcPct val="100000"/>
              </a:lnSpc>
              <a:spcBef>
                <a:spcPts val="960"/>
              </a:spcBef>
            </a:pPr>
            <a:r>
              <a:rPr sz="3600" u="none" spc="-10" dirty="0">
                <a:solidFill>
                  <a:srgbClr val="35385A"/>
                </a:solidFill>
                <a:latin typeface="Arial"/>
                <a:cs typeface="Arial"/>
              </a:rPr>
              <a:t>&lt;head&gt;</a:t>
            </a:r>
            <a:endParaRPr sz="3600">
              <a:latin typeface="Arial"/>
              <a:cs typeface="Arial"/>
            </a:endParaRPr>
          </a:p>
          <a:p>
            <a:pPr marL="3538854">
              <a:lnSpc>
                <a:spcPts val="3835"/>
              </a:lnSpc>
              <a:spcBef>
                <a:spcPts val="20"/>
              </a:spcBef>
            </a:pPr>
            <a:r>
              <a:rPr sz="3200" u="none" dirty="0">
                <a:solidFill>
                  <a:srgbClr val="052229"/>
                </a:solidFill>
                <a:latin typeface="Arial"/>
                <a:cs typeface="Arial"/>
              </a:rPr>
              <a:t>&lt;title&gt;</a:t>
            </a:r>
            <a:r>
              <a:rPr sz="3200" u="none" spc="-55" dirty="0">
                <a:solidFill>
                  <a:srgbClr val="052229"/>
                </a:solidFill>
                <a:latin typeface="Arial"/>
                <a:cs typeface="Arial"/>
              </a:rPr>
              <a:t> </a:t>
            </a:r>
            <a:r>
              <a:rPr sz="3200" u="none" dirty="0">
                <a:solidFill>
                  <a:srgbClr val="052229"/>
                </a:solidFill>
                <a:latin typeface="Arial"/>
                <a:cs typeface="Arial"/>
              </a:rPr>
              <a:t>Welcome</a:t>
            </a:r>
            <a:r>
              <a:rPr sz="3200" u="none" spc="-60" dirty="0">
                <a:solidFill>
                  <a:srgbClr val="052229"/>
                </a:solidFill>
                <a:latin typeface="Arial"/>
                <a:cs typeface="Arial"/>
              </a:rPr>
              <a:t> </a:t>
            </a:r>
            <a:r>
              <a:rPr sz="3200" u="none" spc="-10" dirty="0">
                <a:solidFill>
                  <a:srgbClr val="052229"/>
                </a:solidFill>
                <a:latin typeface="Arial"/>
                <a:cs typeface="Arial"/>
              </a:rPr>
              <a:t>&lt;/title&gt;</a:t>
            </a:r>
            <a:endParaRPr sz="3200">
              <a:latin typeface="Arial"/>
              <a:cs typeface="Arial"/>
            </a:endParaRPr>
          </a:p>
          <a:p>
            <a:pPr marL="3024505">
              <a:lnSpc>
                <a:spcPts val="4315"/>
              </a:lnSpc>
            </a:pPr>
            <a:r>
              <a:rPr sz="3600" u="none" spc="-10" dirty="0">
                <a:solidFill>
                  <a:srgbClr val="35385A"/>
                </a:solidFill>
                <a:latin typeface="Arial"/>
                <a:cs typeface="Arial"/>
              </a:rPr>
              <a:t>&lt;/head&gt;</a:t>
            </a:r>
            <a:endParaRPr sz="36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544068" rIns="0" bIns="0" rtlCol="0">
            <a:spAutoFit/>
          </a:bodyPr>
          <a:lstStyle/>
          <a:p>
            <a:pPr marL="2459355">
              <a:lnSpc>
                <a:spcPct val="100000"/>
              </a:lnSpc>
              <a:spcBef>
                <a:spcPts val="100"/>
              </a:spcBef>
            </a:pPr>
            <a:r>
              <a:rPr dirty="0"/>
              <a:t>HTML5</a:t>
            </a:r>
            <a:r>
              <a:rPr spc="-140" dirty="0"/>
              <a:t> </a:t>
            </a:r>
            <a:r>
              <a:rPr spc="-10" dirty="0"/>
              <a:t>Structure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24638" rIns="0" bIns="0" rtlCol="0">
            <a:spAutoFit/>
          </a:bodyPr>
          <a:lstStyle/>
          <a:p>
            <a:pPr marL="586740">
              <a:lnSpc>
                <a:spcPct val="100000"/>
              </a:lnSpc>
              <a:spcBef>
                <a:spcPts val="265"/>
              </a:spcBef>
            </a:pPr>
            <a:r>
              <a:rPr sz="2200" b="0" u="none" dirty="0">
                <a:solidFill>
                  <a:srgbClr val="22253B"/>
                </a:solidFill>
                <a:latin typeface="Arial MT"/>
                <a:cs typeface="Arial MT"/>
              </a:rPr>
              <a:t>&lt;!doctype</a:t>
            </a:r>
            <a:r>
              <a:rPr sz="2200" b="0" u="none" spc="-140" dirty="0">
                <a:solidFill>
                  <a:srgbClr val="22253B"/>
                </a:solidFill>
                <a:latin typeface="Arial MT"/>
                <a:cs typeface="Arial MT"/>
              </a:rPr>
              <a:t> </a:t>
            </a:r>
            <a:r>
              <a:rPr sz="2200" b="0" u="none" spc="-10" dirty="0">
                <a:solidFill>
                  <a:srgbClr val="22253B"/>
                </a:solidFill>
                <a:latin typeface="Arial MT"/>
                <a:cs typeface="Arial MT"/>
              </a:rPr>
              <a:t>html&gt;</a:t>
            </a:r>
            <a:endParaRPr sz="2200">
              <a:latin typeface="Arial MT"/>
              <a:cs typeface="Arial MT"/>
            </a:endParaRPr>
          </a:p>
          <a:p>
            <a:pPr marL="586740">
              <a:lnSpc>
                <a:spcPct val="100000"/>
              </a:lnSpc>
              <a:spcBef>
                <a:spcPts val="170"/>
              </a:spcBef>
            </a:pPr>
            <a:r>
              <a:rPr sz="2200" b="0" u="none" spc="-10" dirty="0">
                <a:solidFill>
                  <a:srgbClr val="22253B"/>
                </a:solidFill>
                <a:latin typeface="Arial MT"/>
                <a:cs typeface="Arial MT"/>
              </a:rPr>
              <a:t>&lt;html&gt;</a:t>
            </a:r>
            <a:endParaRPr sz="2200">
              <a:latin typeface="Arial MT"/>
              <a:cs typeface="Arial MT"/>
            </a:endParaRPr>
          </a:p>
          <a:p>
            <a:pPr marL="897255">
              <a:lnSpc>
                <a:spcPct val="100000"/>
              </a:lnSpc>
              <a:spcBef>
                <a:spcPts val="175"/>
              </a:spcBef>
            </a:pPr>
            <a:r>
              <a:rPr sz="2200" b="0" u="none" spc="-10" dirty="0">
                <a:solidFill>
                  <a:srgbClr val="22253B"/>
                </a:solidFill>
                <a:latin typeface="Arial MT"/>
                <a:cs typeface="Arial MT"/>
              </a:rPr>
              <a:t>&lt;head&gt;</a:t>
            </a:r>
            <a:endParaRPr sz="2200">
              <a:latin typeface="Arial MT"/>
              <a:cs typeface="Arial MT"/>
            </a:endParaRPr>
          </a:p>
          <a:p>
            <a:pPr marL="1217295">
              <a:lnSpc>
                <a:spcPct val="100000"/>
              </a:lnSpc>
              <a:spcBef>
                <a:spcPts val="170"/>
              </a:spcBef>
            </a:pPr>
            <a:r>
              <a:rPr sz="2200" b="0" u="none" dirty="0">
                <a:solidFill>
                  <a:srgbClr val="22253B"/>
                </a:solidFill>
                <a:latin typeface="Arial MT"/>
                <a:cs typeface="Arial MT"/>
              </a:rPr>
              <a:t>&lt;meta</a:t>
            </a:r>
            <a:r>
              <a:rPr sz="2200" b="0" u="none" spc="-55" dirty="0">
                <a:solidFill>
                  <a:srgbClr val="22253B"/>
                </a:solidFill>
                <a:latin typeface="Arial MT"/>
                <a:cs typeface="Arial MT"/>
              </a:rPr>
              <a:t> </a:t>
            </a:r>
            <a:r>
              <a:rPr sz="2200" b="0" u="none" spc="-10" dirty="0">
                <a:solidFill>
                  <a:srgbClr val="22253B"/>
                </a:solidFill>
                <a:latin typeface="Arial MT"/>
                <a:cs typeface="Arial MT"/>
              </a:rPr>
              <a:t>charset=“UTF-</a:t>
            </a:r>
            <a:r>
              <a:rPr sz="2200" b="0" u="none" spc="-25" dirty="0">
                <a:solidFill>
                  <a:srgbClr val="22253B"/>
                </a:solidFill>
                <a:latin typeface="Arial MT"/>
                <a:cs typeface="Arial MT"/>
              </a:rPr>
              <a:t>8”&gt;</a:t>
            </a:r>
            <a:endParaRPr sz="2200">
              <a:latin typeface="Arial MT"/>
              <a:cs typeface="Arial MT"/>
            </a:endParaRPr>
          </a:p>
          <a:p>
            <a:pPr marL="1209040">
              <a:lnSpc>
                <a:spcPct val="100000"/>
              </a:lnSpc>
              <a:spcBef>
                <a:spcPts val="170"/>
              </a:spcBef>
            </a:pPr>
            <a:r>
              <a:rPr sz="2200" b="0" u="none" dirty="0">
                <a:solidFill>
                  <a:srgbClr val="22253B"/>
                </a:solidFill>
                <a:latin typeface="Arial MT"/>
                <a:cs typeface="Arial MT"/>
              </a:rPr>
              <a:t>&lt;title&gt;Professional</a:t>
            </a:r>
            <a:r>
              <a:rPr sz="2200" b="0" u="none" spc="-60" dirty="0">
                <a:solidFill>
                  <a:srgbClr val="22253B"/>
                </a:solidFill>
                <a:latin typeface="Arial MT"/>
                <a:cs typeface="Arial MT"/>
              </a:rPr>
              <a:t> </a:t>
            </a:r>
            <a:r>
              <a:rPr sz="2200" b="0" u="none" dirty="0">
                <a:solidFill>
                  <a:srgbClr val="22253B"/>
                </a:solidFill>
                <a:latin typeface="Arial MT"/>
                <a:cs typeface="Arial MT"/>
              </a:rPr>
              <a:t>Web</a:t>
            </a:r>
            <a:r>
              <a:rPr sz="2200" b="0" u="none" spc="-45" dirty="0">
                <a:solidFill>
                  <a:srgbClr val="22253B"/>
                </a:solidFill>
                <a:latin typeface="Arial MT"/>
                <a:cs typeface="Arial MT"/>
              </a:rPr>
              <a:t> </a:t>
            </a:r>
            <a:r>
              <a:rPr sz="2200" b="0" u="none" spc="-10" dirty="0">
                <a:solidFill>
                  <a:srgbClr val="22253B"/>
                </a:solidFill>
                <a:latin typeface="Arial MT"/>
                <a:cs typeface="Arial MT"/>
              </a:rPr>
              <a:t>Design&lt;/title&gt;</a:t>
            </a:r>
            <a:endParaRPr sz="2200">
              <a:latin typeface="Arial MT"/>
              <a:cs typeface="Arial MT"/>
            </a:endParaRPr>
          </a:p>
          <a:p>
            <a:pPr marL="897255">
              <a:lnSpc>
                <a:spcPct val="100000"/>
              </a:lnSpc>
              <a:spcBef>
                <a:spcPts val="175"/>
              </a:spcBef>
            </a:pPr>
            <a:r>
              <a:rPr sz="2200" b="0" u="none" spc="-10" dirty="0">
                <a:solidFill>
                  <a:srgbClr val="22253B"/>
                </a:solidFill>
                <a:latin typeface="Arial MT"/>
                <a:cs typeface="Arial MT"/>
              </a:rPr>
              <a:t>&lt;/head&gt;</a:t>
            </a:r>
            <a:endParaRPr sz="2200">
              <a:latin typeface="Arial MT"/>
              <a:cs typeface="Arial MT"/>
            </a:endParaRPr>
          </a:p>
          <a:p>
            <a:pPr marL="897255">
              <a:lnSpc>
                <a:spcPct val="100000"/>
              </a:lnSpc>
              <a:spcBef>
                <a:spcPts val="175"/>
              </a:spcBef>
            </a:pPr>
            <a:r>
              <a:rPr sz="2200" b="0" u="none" spc="-10" dirty="0">
                <a:solidFill>
                  <a:srgbClr val="22253B"/>
                </a:solidFill>
                <a:latin typeface="Arial MT"/>
                <a:cs typeface="Arial MT"/>
              </a:rPr>
              <a:t>&lt;body&gt;</a:t>
            </a:r>
            <a:endParaRPr sz="2200">
              <a:latin typeface="Arial MT"/>
              <a:cs typeface="Arial MT"/>
            </a:endParaRPr>
          </a:p>
          <a:p>
            <a:pPr marL="1209040">
              <a:lnSpc>
                <a:spcPct val="100000"/>
              </a:lnSpc>
              <a:spcBef>
                <a:spcPts val="170"/>
              </a:spcBef>
            </a:pPr>
            <a:r>
              <a:rPr sz="2200" b="0" u="none" dirty="0">
                <a:solidFill>
                  <a:srgbClr val="22253B"/>
                </a:solidFill>
                <a:latin typeface="Arial MT"/>
                <a:cs typeface="Arial MT"/>
              </a:rPr>
              <a:t>&lt;p&gt;</a:t>
            </a:r>
            <a:r>
              <a:rPr sz="2200" b="0" u="none" spc="-35" dirty="0">
                <a:solidFill>
                  <a:srgbClr val="22253B"/>
                </a:solidFill>
                <a:latin typeface="Arial MT"/>
                <a:cs typeface="Arial MT"/>
              </a:rPr>
              <a:t> </a:t>
            </a:r>
            <a:r>
              <a:rPr sz="2200" b="0" u="none" dirty="0">
                <a:solidFill>
                  <a:srgbClr val="22253B"/>
                </a:solidFill>
                <a:latin typeface="Arial MT"/>
                <a:cs typeface="Arial MT"/>
              </a:rPr>
              <a:t>Welcome</a:t>
            </a:r>
            <a:r>
              <a:rPr sz="2200" b="0" u="none" spc="-35" dirty="0">
                <a:solidFill>
                  <a:srgbClr val="22253B"/>
                </a:solidFill>
                <a:latin typeface="Arial MT"/>
                <a:cs typeface="Arial MT"/>
              </a:rPr>
              <a:t> </a:t>
            </a:r>
            <a:r>
              <a:rPr sz="2200" b="0" u="none" dirty="0">
                <a:solidFill>
                  <a:srgbClr val="22253B"/>
                </a:solidFill>
                <a:latin typeface="Arial MT"/>
                <a:cs typeface="Arial MT"/>
              </a:rPr>
              <a:t>to</a:t>
            </a:r>
            <a:r>
              <a:rPr sz="2200" b="0" u="none" spc="-35" dirty="0">
                <a:solidFill>
                  <a:srgbClr val="22253B"/>
                </a:solidFill>
                <a:latin typeface="Arial MT"/>
                <a:cs typeface="Arial MT"/>
              </a:rPr>
              <a:t> </a:t>
            </a:r>
            <a:r>
              <a:rPr sz="2200" b="0" u="none" spc="-10" dirty="0">
                <a:solidFill>
                  <a:srgbClr val="22253B"/>
                </a:solidFill>
                <a:latin typeface="Arial MT"/>
                <a:cs typeface="Arial MT"/>
              </a:rPr>
              <a:t>BASIS-</a:t>
            </a:r>
            <a:r>
              <a:rPr sz="2200" b="0" u="none" dirty="0">
                <a:solidFill>
                  <a:srgbClr val="22253B"/>
                </a:solidFill>
                <a:latin typeface="Arial MT"/>
                <a:cs typeface="Arial MT"/>
              </a:rPr>
              <a:t>SEIP</a:t>
            </a:r>
            <a:r>
              <a:rPr sz="2200" b="0" u="none" spc="-100" dirty="0">
                <a:solidFill>
                  <a:srgbClr val="22253B"/>
                </a:solidFill>
                <a:latin typeface="Arial MT"/>
                <a:cs typeface="Arial MT"/>
              </a:rPr>
              <a:t> </a:t>
            </a:r>
            <a:r>
              <a:rPr sz="2200" b="0" u="none" spc="-20" dirty="0">
                <a:solidFill>
                  <a:srgbClr val="22253B"/>
                </a:solidFill>
                <a:latin typeface="Arial MT"/>
                <a:cs typeface="Arial MT"/>
              </a:rPr>
              <a:t>&lt;/p&gt;</a:t>
            </a:r>
            <a:endParaRPr sz="2200">
              <a:latin typeface="Arial MT"/>
              <a:cs typeface="Arial MT"/>
            </a:endParaRPr>
          </a:p>
          <a:p>
            <a:pPr marL="897255">
              <a:lnSpc>
                <a:spcPct val="100000"/>
              </a:lnSpc>
              <a:spcBef>
                <a:spcPts val="175"/>
              </a:spcBef>
            </a:pPr>
            <a:r>
              <a:rPr sz="2200" b="0" u="none" spc="-10" dirty="0">
                <a:solidFill>
                  <a:srgbClr val="22253B"/>
                </a:solidFill>
                <a:latin typeface="Arial MT"/>
                <a:cs typeface="Arial MT"/>
              </a:rPr>
              <a:t>&lt;/body&gt;</a:t>
            </a:r>
            <a:endParaRPr sz="2200">
              <a:latin typeface="Arial MT"/>
              <a:cs typeface="Arial MT"/>
            </a:endParaRPr>
          </a:p>
          <a:p>
            <a:pPr marL="586740">
              <a:lnSpc>
                <a:spcPct val="100000"/>
              </a:lnSpc>
              <a:spcBef>
                <a:spcPts val="175"/>
              </a:spcBef>
            </a:pPr>
            <a:r>
              <a:rPr sz="2200" b="0" u="none" spc="-10" dirty="0">
                <a:solidFill>
                  <a:srgbClr val="22253B"/>
                </a:solidFill>
                <a:latin typeface="Arial MT"/>
                <a:cs typeface="Arial MT"/>
              </a:rPr>
              <a:t>&lt;/html&gt;</a:t>
            </a:r>
            <a:endParaRPr sz="22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544068" rIns="0" bIns="0" rtlCol="0">
            <a:spAutoFit/>
          </a:bodyPr>
          <a:lstStyle/>
          <a:p>
            <a:pPr marL="1480820">
              <a:lnSpc>
                <a:spcPct val="100000"/>
              </a:lnSpc>
              <a:spcBef>
                <a:spcPts val="100"/>
              </a:spcBef>
            </a:pPr>
            <a:r>
              <a:rPr dirty="0"/>
              <a:t>Doctype</a:t>
            </a:r>
            <a:r>
              <a:rPr spc="-90" dirty="0"/>
              <a:t> </a:t>
            </a:r>
            <a:r>
              <a:rPr dirty="0"/>
              <a:t>of</a:t>
            </a:r>
            <a:r>
              <a:rPr spc="-90" dirty="0"/>
              <a:t> </a:t>
            </a:r>
            <a:r>
              <a:rPr dirty="0"/>
              <a:t>Others</a:t>
            </a:r>
            <a:r>
              <a:rPr spc="-90" dirty="0"/>
              <a:t> </a:t>
            </a:r>
            <a:r>
              <a:rPr spc="-20" dirty="0"/>
              <a:t>HTML</a:t>
            </a: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603250" y="1651000"/>
          <a:ext cx="7924800" cy="258952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783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141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89584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1800" b="1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Version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2CA1BE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1800" b="1" spc="-2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Doctype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2CA1B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9584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59"/>
                        </a:spcBef>
                      </a:pPr>
                      <a:r>
                        <a:rPr sz="1800" spc="-10" dirty="0">
                          <a:latin typeface="Arial MT"/>
                          <a:cs typeface="Arial MT"/>
                        </a:rPr>
                        <a:t>HTML5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33019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DDFE8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59"/>
                        </a:spcBef>
                      </a:pPr>
                      <a:r>
                        <a:rPr sz="1800" spc="-40" dirty="0">
                          <a:latin typeface="Arial MT"/>
                          <a:cs typeface="Arial MT"/>
                        </a:rPr>
                        <a:t>&lt;!doctype</a:t>
                      </a:r>
                      <a:r>
                        <a:rPr sz="1800" spc="-8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spc="-20" dirty="0">
                          <a:latin typeface="Arial MT"/>
                          <a:cs typeface="Arial MT"/>
                        </a:rPr>
                        <a:t>html&gt;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33019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DDF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45185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1800" spc="-254" dirty="0">
                          <a:latin typeface="Arial MT"/>
                          <a:cs typeface="Arial MT"/>
                        </a:rPr>
                        <a:t>HTML</a:t>
                      </a:r>
                      <a:r>
                        <a:rPr sz="1800" spc="3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spc="-20" dirty="0">
                          <a:latin typeface="Arial MT"/>
                          <a:cs typeface="Arial MT"/>
                        </a:rPr>
                        <a:t>4.01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EFF4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1800" dirty="0">
                          <a:latin typeface="Arial MT"/>
                          <a:cs typeface="Arial MT"/>
                        </a:rPr>
                        <a:t>&lt;!</a:t>
                      </a:r>
                      <a:r>
                        <a:rPr sz="1800" spc="3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spc="-65" dirty="0">
                          <a:latin typeface="Arial MT"/>
                          <a:cs typeface="Arial MT"/>
                        </a:rPr>
                        <a:t>doctype</a:t>
                      </a:r>
                      <a:r>
                        <a:rPr sz="1800" spc="1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spc="-254" dirty="0">
                          <a:latin typeface="Arial MT"/>
                          <a:cs typeface="Arial MT"/>
                        </a:rPr>
                        <a:t>HTML</a:t>
                      </a:r>
                      <a:r>
                        <a:rPr sz="1800" spc="2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spc="-254" dirty="0">
                          <a:latin typeface="Arial MT"/>
                          <a:cs typeface="Arial MT"/>
                        </a:rPr>
                        <a:t>PUBLIC</a:t>
                      </a:r>
                      <a:r>
                        <a:rPr sz="1800" spc="3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spc="-10" dirty="0">
                          <a:latin typeface="Arial MT"/>
                          <a:cs typeface="Arial MT"/>
                        </a:rPr>
                        <a:t>"-</a:t>
                      </a:r>
                      <a:r>
                        <a:rPr sz="1800" spc="65" dirty="0">
                          <a:latin typeface="Arial MT"/>
                          <a:cs typeface="Arial MT"/>
                        </a:rPr>
                        <a:t>//W3C//DTD</a:t>
                      </a:r>
                      <a:r>
                        <a:rPr sz="1800" spc="3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spc="-250" dirty="0">
                          <a:latin typeface="Arial MT"/>
                          <a:cs typeface="Arial MT"/>
                        </a:rPr>
                        <a:t>HTML</a:t>
                      </a:r>
                      <a:r>
                        <a:rPr sz="1800" spc="2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spc="-20" dirty="0">
                          <a:latin typeface="Arial MT"/>
                          <a:cs typeface="Arial MT"/>
                        </a:rPr>
                        <a:t>4.01</a:t>
                      </a:r>
                      <a:endParaRPr sz="1800">
                        <a:latin typeface="Arial MT"/>
                        <a:cs typeface="Arial MT"/>
                      </a:endParaRPr>
                    </a:p>
                    <a:p>
                      <a:pPr marL="91440">
                        <a:lnSpc>
                          <a:spcPct val="100000"/>
                        </a:lnSpc>
                      </a:pPr>
                      <a:r>
                        <a:rPr sz="1800" spc="-60" dirty="0">
                          <a:latin typeface="Arial MT"/>
                          <a:cs typeface="Arial MT"/>
                        </a:rPr>
                        <a:t>Transitional//EN"</a:t>
                      </a:r>
                      <a:r>
                        <a:rPr sz="1800" spc="-1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spc="-10" dirty="0">
                          <a:latin typeface="Arial MT"/>
                          <a:cs typeface="Arial MT"/>
                          <a:hlinkClick r:id="rId2"/>
                        </a:rPr>
                        <a:t>"http://www.w3.org/TR/html4/loose.dtd"&gt;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EF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65175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1800" spc="-240" dirty="0">
                          <a:latin typeface="Arial MT"/>
                          <a:cs typeface="Arial MT"/>
                        </a:rPr>
                        <a:t>XHTML</a:t>
                      </a:r>
                      <a:r>
                        <a:rPr sz="1800" spc="3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spc="-25" dirty="0">
                          <a:latin typeface="Arial MT"/>
                          <a:cs typeface="Arial MT"/>
                        </a:rPr>
                        <a:t>1.1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DDFE8"/>
                    </a:solidFill>
                  </a:tcPr>
                </a:tc>
                <a:tc>
                  <a:txBody>
                    <a:bodyPr/>
                    <a:lstStyle/>
                    <a:p>
                      <a:pPr marL="91440" marR="731520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1800" dirty="0">
                          <a:latin typeface="Arial MT"/>
                          <a:cs typeface="Arial MT"/>
                        </a:rPr>
                        <a:t>&lt;!</a:t>
                      </a:r>
                      <a:r>
                        <a:rPr sz="1800" spc="3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spc="-65" dirty="0">
                          <a:latin typeface="Arial MT"/>
                          <a:cs typeface="Arial MT"/>
                        </a:rPr>
                        <a:t>doctype</a:t>
                      </a:r>
                      <a:r>
                        <a:rPr sz="1800" spc="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spc="-140" dirty="0">
                          <a:latin typeface="Arial MT"/>
                          <a:cs typeface="Arial MT"/>
                        </a:rPr>
                        <a:t>html</a:t>
                      </a:r>
                      <a:r>
                        <a:rPr sz="1800" spc="3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spc="-254" dirty="0">
                          <a:latin typeface="Arial MT"/>
                          <a:cs typeface="Arial MT"/>
                        </a:rPr>
                        <a:t>PUBLIC</a:t>
                      </a:r>
                      <a:r>
                        <a:rPr sz="1800" spc="2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spc="-10" dirty="0">
                          <a:latin typeface="Arial MT"/>
                          <a:cs typeface="Arial MT"/>
                        </a:rPr>
                        <a:t>"-</a:t>
                      </a:r>
                      <a:r>
                        <a:rPr sz="1800" spc="65" dirty="0">
                          <a:latin typeface="Arial MT"/>
                          <a:cs typeface="Arial MT"/>
                        </a:rPr>
                        <a:t>//W3C//DTD</a:t>
                      </a:r>
                      <a:r>
                        <a:rPr sz="1800" spc="2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spc="-245" dirty="0">
                          <a:latin typeface="Arial MT"/>
                          <a:cs typeface="Arial MT"/>
                        </a:rPr>
                        <a:t>XHTML</a:t>
                      </a:r>
                      <a:r>
                        <a:rPr sz="1800" spc="1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spc="-10" dirty="0">
                          <a:latin typeface="Arial MT"/>
                          <a:cs typeface="Arial MT"/>
                        </a:rPr>
                        <a:t>1.1//EN" </a:t>
                      </a:r>
                      <a:r>
                        <a:rPr sz="1800" spc="-10" dirty="0">
                          <a:latin typeface="Arial MT"/>
                          <a:cs typeface="Arial MT"/>
                          <a:hlinkClick r:id="rId3"/>
                        </a:rPr>
                        <a:t>"http://www.w3.org/TR/xhtml11/DTD/xhtml11.dtd"&gt;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DDF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544068" rIns="0" bIns="0" rtlCol="0">
            <a:spAutoFit/>
          </a:bodyPr>
          <a:lstStyle/>
          <a:p>
            <a:pPr marL="2522855">
              <a:lnSpc>
                <a:spcPct val="100000"/>
              </a:lnSpc>
              <a:spcBef>
                <a:spcPts val="100"/>
              </a:spcBef>
            </a:pPr>
            <a:r>
              <a:rPr dirty="0"/>
              <a:t>HTML</a:t>
            </a:r>
            <a:r>
              <a:rPr spc="-85" dirty="0"/>
              <a:t> </a:t>
            </a:r>
            <a:r>
              <a:rPr spc="-10" dirty="0"/>
              <a:t>Extension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28600" y="1428750"/>
            <a:ext cx="1524000" cy="1524000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52400" y="3105150"/>
            <a:ext cx="1676400" cy="1676400"/>
          </a:xfrm>
          <a:prstGeom prst="rect">
            <a:avLst/>
          </a:prstGeom>
        </p:spPr>
      </p:pic>
      <p:grpSp>
        <p:nvGrpSpPr>
          <p:cNvPr id="5" name="object 5"/>
          <p:cNvGrpSpPr/>
          <p:nvPr/>
        </p:nvGrpSpPr>
        <p:grpSpPr>
          <a:xfrm>
            <a:off x="2133600" y="1428750"/>
            <a:ext cx="7010400" cy="3352800"/>
            <a:chOff x="2133600" y="1428750"/>
            <a:chExt cx="7010400" cy="3352800"/>
          </a:xfrm>
        </p:grpSpPr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133600" y="1581150"/>
              <a:ext cx="4419600" cy="3200400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477000" y="1428750"/>
              <a:ext cx="2667000" cy="2819400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544068" rIns="0" bIns="0" rtlCol="0">
            <a:spAutoFit/>
          </a:bodyPr>
          <a:lstStyle/>
          <a:p>
            <a:pPr marL="2607310">
              <a:lnSpc>
                <a:spcPct val="100000"/>
              </a:lnSpc>
              <a:spcBef>
                <a:spcPts val="100"/>
              </a:spcBef>
            </a:pPr>
            <a:r>
              <a:rPr dirty="0"/>
              <a:t>Code </a:t>
            </a:r>
            <a:r>
              <a:rPr spc="-25" dirty="0"/>
              <a:t>Validation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727194" y="1452118"/>
            <a:ext cx="3810635" cy="19710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32105" marR="78105" indent="-320040">
              <a:lnSpc>
                <a:spcPct val="100000"/>
              </a:lnSpc>
              <a:spcBef>
                <a:spcPts val="95"/>
              </a:spcBef>
            </a:pPr>
            <a:r>
              <a:rPr sz="2900" spc="-65" dirty="0">
                <a:latin typeface="Arial MT"/>
                <a:cs typeface="Arial MT"/>
              </a:rPr>
              <a:t>You</a:t>
            </a:r>
            <a:r>
              <a:rPr sz="2900" spc="-120" dirty="0">
                <a:latin typeface="Arial MT"/>
                <a:cs typeface="Arial MT"/>
              </a:rPr>
              <a:t> </a:t>
            </a:r>
            <a:r>
              <a:rPr sz="2900" dirty="0">
                <a:latin typeface="Arial MT"/>
                <a:cs typeface="Arial MT"/>
              </a:rPr>
              <a:t>can</a:t>
            </a:r>
            <a:r>
              <a:rPr sz="2900" spc="-120" dirty="0">
                <a:latin typeface="Arial MT"/>
                <a:cs typeface="Arial MT"/>
              </a:rPr>
              <a:t> </a:t>
            </a:r>
            <a:r>
              <a:rPr sz="2900" dirty="0">
                <a:latin typeface="Arial MT"/>
                <a:cs typeface="Arial MT"/>
              </a:rPr>
              <a:t>validated</a:t>
            </a:r>
            <a:r>
              <a:rPr sz="2900" spc="-105" dirty="0">
                <a:latin typeface="Arial MT"/>
                <a:cs typeface="Arial MT"/>
              </a:rPr>
              <a:t> </a:t>
            </a:r>
            <a:r>
              <a:rPr sz="2900" spc="-20" dirty="0">
                <a:latin typeface="Arial MT"/>
                <a:cs typeface="Arial MT"/>
              </a:rPr>
              <a:t>your </a:t>
            </a:r>
            <a:r>
              <a:rPr sz="2900" dirty="0">
                <a:latin typeface="Arial MT"/>
                <a:cs typeface="Arial MT"/>
              </a:rPr>
              <a:t>code</a:t>
            </a:r>
            <a:r>
              <a:rPr sz="2900" spc="-15" dirty="0">
                <a:latin typeface="Arial MT"/>
                <a:cs typeface="Arial MT"/>
              </a:rPr>
              <a:t> </a:t>
            </a:r>
            <a:r>
              <a:rPr sz="2900" spc="-10" dirty="0">
                <a:latin typeface="Arial MT"/>
                <a:cs typeface="Arial MT"/>
              </a:rPr>
              <a:t>using….</a:t>
            </a:r>
            <a:endParaRPr sz="29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545"/>
              </a:spcBef>
            </a:pPr>
            <a:endParaRPr sz="29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sz="2900" spc="-10" dirty="0">
                <a:latin typeface="Arial MT"/>
                <a:cs typeface="Arial MT"/>
              </a:rPr>
              <a:t>https://validator.w3.org/</a:t>
            </a:r>
            <a:endParaRPr sz="2900">
              <a:latin typeface="Arial MT"/>
              <a:cs typeface="Arial MT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02919" y="1809750"/>
            <a:ext cx="4297680" cy="2686050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544068" rIns="0" bIns="0" rtlCol="0">
            <a:spAutoFit/>
          </a:bodyPr>
          <a:lstStyle/>
          <a:p>
            <a:pPr marL="2640965">
              <a:lnSpc>
                <a:spcPct val="100000"/>
              </a:lnSpc>
              <a:spcBef>
                <a:spcPts val="100"/>
              </a:spcBef>
            </a:pPr>
            <a:r>
              <a:rPr dirty="0"/>
              <a:t>HTML</a:t>
            </a:r>
            <a:r>
              <a:rPr spc="-75" dirty="0"/>
              <a:t> </a:t>
            </a:r>
            <a:r>
              <a:rPr spc="-10" dirty="0"/>
              <a:t>Standard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341249" rIns="0" bIns="0" rtlCol="0">
            <a:spAutoFit/>
          </a:bodyPr>
          <a:lstStyle/>
          <a:p>
            <a:pPr marL="5097145" marR="200025" indent="-320040">
              <a:lnSpc>
                <a:spcPct val="100000"/>
              </a:lnSpc>
              <a:spcBef>
                <a:spcPts val="95"/>
              </a:spcBef>
            </a:pPr>
            <a:r>
              <a:rPr sz="2900" b="0" u="none" dirty="0">
                <a:latin typeface="Arial MT"/>
                <a:cs typeface="Arial MT"/>
              </a:rPr>
              <a:t>The</a:t>
            </a:r>
            <a:r>
              <a:rPr sz="2900" b="0" u="none" spc="-100" dirty="0">
                <a:latin typeface="Arial MT"/>
                <a:cs typeface="Arial MT"/>
              </a:rPr>
              <a:t> </a:t>
            </a:r>
            <a:r>
              <a:rPr sz="2900" u="none" dirty="0">
                <a:latin typeface="Arial"/>
                <a:cs typeface="Arial"/>
              </a:rPr>
              <a:t>World</a:t>
            </a:r>
            <a:r>
              <a:rPr sz="2900" u="none" spc="-100" dirty="0">
                <a:latin typeface="Arial"/>
                <a:cs typeface="Arial"/>
              </a:rPr>
              <a:t> </a:t>
            </a:r>
            <a:r>
              <a:rPr sz="2900" u="none" dirty="0">
                <a:latin typeface="Arial"/>
                <a:cs typeface="Arial"/>
              </a:rPr>
              <a:t>Wide</a:t>
            </a:r>
            <a:r>
              <a:rPr sz="2900" u="none" spc="-100" dirty="0">
                <a:latin typeface="Arial"/>
                <a:cs typeface="Arial"/>
              </a:rPr>
              <a:t> </a:t>
            </a:r>
            <a:r>
              <a:rPr sz="2900" u="none" spc="-25" dirty="0">
                <a:latin typeface="Arial"/>
                <a:cs typeface="Arial"/>
              </a:rPr>
              <a:t>Web </a:t>
            </a:r>
            <a:r>
              <a:rPr sz="2900" u="none" spc="-10" dirty="0">
                <a:latin typeface="Arial"/>
                <a:cs typeface="Arial"/>
              </a:rPr>
              <a:t>Consortium (W3C.org)</a:t>
            </a:r>
            <a:endParaRPr sz="2900">
              <a:latin typeface="Arial"/>
              <a:cs typeface="Arial"/>
            </a:endParaRPr>
          </a:p>
          <a:p>
            <a:pPr marL="5097145" marR="5080">
              <a:lnSpc>
                <a:spcPct val="100000"/>
              </a:lnSpc>
              <a:spcBef>
                <a:spcPts val="705"/>
              </a:spcBef>
            </a:pPr>
            <a:r>
              <a:rPr sz="2900" u="none" dirty="0">
                <a:latin typeface="Arial"/>
                <a:cs typeface="Arial"/>
              </a:rPr>
              <a:t>W3C</a:t>
            </a:r>
            <a:r>
              <a:rPr sz="2900" u="none" spc="-40" dirty="0">
                <a:latin typeface="Arial"/>
                <a:cs typeface="Arial"/>
              </a:rPr>
              <a:t> </a:t>
            </a:r>
            <a:r>
              <a:rPr sz="2900" b="0" u="none" dirty="0">
                <a:latin typeface="Arial MT"/>
                <a:cs typeface="Arial MT"/>
              </a:rPr>
              <a:t>is</a:t>
            </a:r>
            <a:r>
              <a:rPr sz="2900" b="0" u="none" spc="-30" dirty="0">
                <a:latin typeface="Arial MT"/>
                <a:cs typeface="Arial MT"/>
              </a:rPr>
              <a:t> </a:t>
            </a:r>
            <a:r>
              <a:rPr sz="2900" b="0" u="none" dirty="0">
                <a:latin typeface="Arial MT"/>
                <a:cs typeface="Arial MT"/>
              </a:rPr>
              <a:t>the</a:t>
            </a:r>
            <a:r>
              <a:rPr sz="2900" b="0" u="none" spc="-45" dirty="0">
                <a:latin typeface="Arial MT"/>
                <a:cs typeface="Arial MT"/>
              </a:rPr>
              <a:t> </a:t>
            </a:r>
            <a:r>
              <a:rPr sz="2900" b="0" u="none" spc="-10" dirty="0">
                <a:latin typeface="Arial MT"/>
                <a:cs typeface="Arial MT"/>
              </a:rPr>
              <a:t>principle </a:t>
            </a:r>
            <a:r>
              <a:rPr sz="2900" b="0" u="none" dirty="0">
                <a:latin typeface="Arial MT"/>
                <a:cs typeface="Arial MT"/>
              </a:rPr>
              <a:t>organization</a:t>
            </a:r>
            <a:r>
              <a:rPr sz="2900" b="0" u="none" spc="-75" dirty="0">
                <a:latin typeface="Arial MT"/>
                <a:cs typeface="Arial MT"/>
              </a:rPr>
              <a:t> </a:t>
            </a:r>
            <a:r>
              <a:rPr sz="2900" b="0" u="none" dirty="0">
                <a:latin typeface="Arial MT"/>
                <a:cs typeface="Arial MT"/>
              </a:rPr>
              <a:t>that</a:t>
            </a:r>
            <a:r>
              <a:rPr sz="2900" b="0" u="none" spc="-90" dirty="0">
                <a:latin typeface="Arial MT"/>
                <a:cs typeface="Arial MT"/>
              </a:rPr>
              <a:t> </a:t>
            </a:r>
            <a:r>
              <a:rPr sz="2900" b="0" u="none" spc="-20" dirty="0">
                <a:latin typeface="Arial MT"/>
                <a:cs typeface="Arial MT"/>
              </a:rPr>
              <a:t>sets </a:t>
            </a:r>
            <a:r>
              <a:rPr sz="2900" b="0" u="none" dirty="0">
                <a:latin typeface="Arial MT"/>
                <a:cs typeface="Arial MT"/>
              </a:rPr>
              <a:t>standards</a:t>
            </a:r>
            <a:r>
              <a:rPr sz="2900" b="0" u="none" spc="-30" dirty="0">
                <a:latin typeface="Arial MT"/>
                <a:cs typeface="Arial MT"/>
              </a:rPr>
              <a:t> </a:t>
            </a:r>
            <a:r>
              <a:rPr sz="2900" b="0" u="none" dirty="0">
                <a:latin typeface="Arial MT"/>
                <a:cs typeface="Arial MT"/>
              </a:rPr>
              <a:t>for</a:t>
            </a:r>
            <a:r>
              <a:rPr sz="2900" b="0" u="none" spc="-15" dirty="0">
                <a:latin typeface="Arial MT"/>
                <a:cs typeface="Arial MT"/>
              </a:rPr>
              <a:t> </a:t>
            </a:r>
            <a:r>
              <a:rPr sz="2900" b="0" u="none" spc="-20" dirty="0">
                <a:latin typeface="Arial MT"/>
                <a:cs typeface="Arial MT"/>
              </a:rPr>
              <a:t>HTML</a:t>
            </a:r>
            <a:endParaRPr sz="2900">
              <a:latin typeface="Arial MT"/>
              <a:cs typeface="Arial MT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33400" y="1762505"/>
            <a:ext cx="4191000" cy="2618994"/>
          </a:xfrm>
          <a:prstGeom prst="rect">
            <a:avLst/>
          </a:prstGeom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531876" rIns="0" bIns="0" rtlCol="0">
            <a:spAutoFit/>
          </a:bodyPr>
          <a:lstStyle/>
          <a:p>
            <a:pPr marL="1473835">
              <a:lnSpc>
                <a:spcPct val="100000"/>
              </a:lnSpc>
              <a:spcBef>
                <a:spcPts val="100"/>
              </a:spcBef>
            </a:pPr>
            <a:r>
              <a:rPr spc="-285" dirty="0"/>
              <a:t>Heading</a:t>
            </a:r>
            <a:r>
              <a:rPr spc="-65" dirty="0"/>
              <a:t> </a:t>
            </a:r>
            <a:r>
              <a:rPr spc="-375" dirty="0"/>
              <a:t>Tag</a:t>
            </a:r>
            <a:r>
              <a:rPr spc="-40" dirty="0"/>
              <a:t> </a:t>
            </a:r>
            <a:r>
              <a:rPr dirty="0"/>
              <a:t>&lt;h1&gt;</a:t>
            </a:r>
            <a:r>
              <a:rPr spc="-55" dirty="0"/>
              <a:t> </a:t>
            </a:r>
            <a:r>
              <a:rPr dirty="0"/>
              <a:t>..</a:t>
            </a:r>
            <a:r>
              <a:rPr spc="-55" dirty="0"/>
              <a:t> </a:t>
            </a:r>
            <a:r>
              <a:rPr spc="95" dirty="0"/>
              <a:t>&lt;/h1&gt;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450083" y="1592947"/>
            <a:ext cx="4090670" cy="3119120"/>
          </a:xfrm>
          <a:prstGeom prst="rect">
            <a:avLst/>
          </a:prstGeom>
        </p:spPr>
        <p:txBody>
          <a:bodyPr vert="horz" wrap="square" lIns="0" tIns="100330" rIns="0" bIns="0" rtlCol="0">
            <a:spAutoFit/>
          </a:bodyPr>
          <a:lstStyle/>
          <a:p>
            <a:pPr marL="332105" indent="-319405">
              <a:lnSpc>
                <a:spcPct val="100000"/>
              </a:lnSpc>
              <a:spcBef>
                <a:spcPts val="790"/>
              </a:spcBef>
              <a:buClr>
                <a:srgbClr val="DA1F28"/>
              </a:buClr>
              <a:buSzPct val="58928"/>
              <a:buFont typeface="Wingdings"/>
              <a:buChar char=""/>
              <a:tabLst>
                <a:tab pos="332105" algn="l"/>
              </a:tabLst>
            </a:pPr>
            <a:r>
              <a:rPr sz="2800" dirty="0">
                <a:solidFill>
                  <a:srgbClr val="22253B"/>
                </a:solidFill>
                <a:latin typeface="Arial MT"/>
                <a:cs typeface="Arial MT"/>
              </a:rPr>
              <a:t>&lt;h1&gt;</a:t>
            </a:r>
            <a:r>
              <a:rPr sz="2800" spc="-70" dirty="0">
                <a:solidFill>
                  <a:srgbClr val="22253B"/>
                </a:solidFill>
                <a:latin typeface="Arial MT"/>
                <a:cs typeface="Arial MT"/>
              </a:rPr>
              <a:t> </a:t>
            </a:r>
            <a:r>
              <a:rPr sz="2800" dirty="0">
                <a:solidFill>
                  <a:srgbClr val="22253B"/>
                </a:solidFill>
                <a:latin typeface="Arial MT"/>
                <a:cs typeface="Arial MT"/>
              </a:rPr>
              <a:t>h1</a:t>
            </a:r>
            <a:r>
              <a:rPr sz="2800" spc="-65" dirty="0">
                <a:solidFill>
                  <a:srgbClr val="22253B"/>
                </a:solidFill>
                <a:latin typeface="Arial MT"/>
                <a:cs typeface="Arial MT"/>
              </a:rPr>
              <a:t> </a:t>
            </a:r>
            <a:r>
              <a:rPr sz="2800" dirty="0">
                <a:solidFill>
                  <a:srgbClr val="22253B"/>
                </a:solidFill>
                <a:latin typeface="Arial MT"/>
                <a:cs typeface="Arial MT"/>
              </a:rPr>
              <a:t>Heading</a:t>
            </a:r>
            <a:r>
              <a:rPr sz="2800" spc="-55" dirty="0">
                <a:solidFill>
                  <a:srgbClr val="22253B"/>
                </a:solidFill>
                <a:latin typeface="Arial MT"/>
                <a:cs typeface="Arial MT"/>
              </a:rPr>
              <a:t> </a:t>
            </a:r>
            <a:r>
              <a:rPr sz="2800" spc="-10" dirty="0">
                <a:solidFill>
                  <a:srgbClr val="22253B"/>
                </a:solidFill>
                <a:latin typeface="Arial MT"/>
                <a:cs typeface="Arial MT"/>
              </a:rPr>
              <a:t>&lt;/h1&gt;</a:t>
            </a:r>
            <a:endParaRPr sz="2800">
              <a:latin typeface="Arial MT"/>
              <a:cs typeface="Arial MT"/>
            </a:endParaRPr>
          </a:p>
          <a:p>
            <a:pPr marL="332105" indent="-319405">
              <a:lnSpc>
                <a:spcPct val="100000"/>
              </a:lnSpc>
              <a:spcBef>
                <a:spcPts val="700"/>
              </a:spcBef>
              <a:buClr>
                <a:srgbClr val="DA1F28"/>
              </a:buClr>
              <a:buSzPct val="58928"/>
              <a:buFont typeface="Wingdings"/>
              <a:buChar char=""/>
              <a:tabLst>
                <a:tab pos="332105" algn="l"/>
              </a:tabLst>
            </a:pPr>
            <a:r>
              <a:rPr sz="2800" dirty="0">
                <a:solidFill>
                  <a:srgbClr val="22253B"/>
                </a:solidFill>
                <a:latin typeface="Arial MT"/>
                <a:cs typeface="Arial MT"/>
              </a:rPr>
              <a:t>&lt;h2&gt;</a:t>
            </a:r>
            <a:r>
              <a:rPr sz="2800" spc="-70" dirty="0">
                <a:solidFill>
                  <a:srgbClr val="22253B"/>
                </a:solidFill>
                <a:latin typeface="Arial MT"/>
                <a:cs typeface="Arial MT"/>
              </a:rPr>
              <a:t> </a:t>
            </a:r>
            <a:r>
              <a:rPr sz="2800" dirty="0">
                <a:solidFill>
                  <a:srgbClr val="22253B"/>
                </a:solidFill>
                <a:latin typeface="Arial MT"/>
                <a:cs typeface="Arial MT"/>
              </a:rPr>
              <a:t>h2</a:t>
            </a:r>
            <a:r>
              <a:rPr sz="2800" spc="-65" dirty="0">
                <a:solidFill>
                  <a:srgbClr val="22253B"/>
                </a:solidFill>
                <a:latin typeface="Arial MT"/>
                <a:cs typeface="Arial MT"/>
              </a:rPr>
              <a:t> </a:t>
            </a:r>
            <a:r>
              <a:rPr sz="2800" dirty="0">
                <a:solidFill>
                  <a:srgbClr val="22253B"/>
                </a:solidFill>
                <a:latin typeface="Arial MT"/>
                <a:cs typeface="Arial MT"/>
              </a:rPr>
              <a:t>Heading</a:t>
            </a:r>
            <a:r>
              <a:rPr sz="2800" spc="-55" dirty="0">
                <a:solidFill>
                  <a:srgbClr val="22253B"/>
                </a:solidFill>
                <a:latin typeface="Arial MT"/>
                <a:cs typeface="Arial MT"/>
              </a:rPr>
              <a:t> </a:t>
            </a:r>
            <a:r>
              <a:rPr sz="2800" spc="-10" dirty="0">
                <a:solidFill>
                  <a:srgbClr val="22253B"/>
                </a:solidFill>
                <a:latin typeface="Arial MT"/>
                <a:cs typeface="Arial MT"/>
              </a:rPr>
              <a:t>&lt;/h2&gt;</a:t>
            </a:r>
            <a:endParaRPr sz="2800">
              <a:latin typeface="Arial MT"/>
              <a:cs typeface="Arial MT"/>
            </a:endParaRPr>
          </a:p>
          <a:p>
            <a:pPr marL="332105" indent="-319405">
              <a:lnSpc>
                <a:spcPct val="100000"/>
              </a:lnSpc>
              <a:spcBef>
                <a:spcPts val="700"/>
              </a:spcBef>
              <a:buClr>
                <a:srgbClr val="DA1F28"/>
              </a:buClr>
              <a:buSzPct val="58928"/>
              <a:buFont typeface="Wingdings"/>
              <a:buChar char=""/>
              <a:tabLst>
                <a:tab pos="332105" algn="l"/>
              </a:tabLst>
            </a:pPr>
            <a:r>
              <a:rPr sz="2800" dirty="0">
                <a:solidFill>
                  <a:srgbClr val="22253B"/>
                </a:solidFill>
                <a:latin typeface="Arial MT"/>
                <a:cs typeface="Arial MT"/>
              </a:rPr>
              <a:t>&lt;h3&gt;</a:t>
            </a:r>
            <a:r>
              <a:rPr sz="2800" spc="-70" dirty="0">
                <a:solidFill>
                  <a:srgbClr val="22253B"/>
                </a:solidFill>
                <a:latin typeface="Arial MT"/>
                <a:cs typeface="Arial MT"/>
              </a:rPr>
              <a:t> </a:t>
            </a:r>
            <a:r>
              <a:rPr sz="2800" dirty="0">
                <a:solidFill>
                  <a:srgbClr val="22253B"/>
                </a:solidFill>
                <a:latin typeface="Arial MT"/>
                <a:cs typeface="Arial MT"/>
              </a:rPr>
              <a:t>h3</a:t>
            </a:r>
            <a:r>
              <a:rPr sz="2800" spc="-65" dirty="0">
                <a:solidFill>
                  <a:srgbClr val="22253B"/>
                </a:solidFill>
                <a:latin typeface="Arial MT"/>
                <a:cs typeface="Arial MT"/>
              </a:rPr>
              <a:t> </a:t>
            </a:r>
            <a:r>
              <a:rPr sz="2800" dirty="0">
                <a:solidFill>
                  <a:srgbClr val="22253B"/>
                </a:solidFill>
                <a:latin typeface="Arial MT"/>
                <a:cs typeface="Arial MT"/>
              </a:rPr>
              <a:t>Heading</a:t>
            </a:r>
            <a:r>
              <a:rPr sz="2800" spc="-55" dirty="0">
                <a:solidFill>
                  <a:srgbClr val="22253B"/>
                </a:solidFill>
                <a:latin typeface="Arial MT"/>
                <a:cs typeface="Arial MT"/>
              </a:rPr>
              <a:t> </a:t>
            </a:r>
            <a:r>
              <a:rPr sz="2800" spc="-10" dirty="0">
                <a:solidFill>
                  <a:srgbClr val="22253B"/>
                </a:solidFill>
                <a:latin typeface="Arial MT"/>
                <a:cs typeface="Arial MT"/>
              </a:rPr>
              <a:t>&lt;/h3&gt;</a:t>
            </a:r>
            <a:endParaRPr sz="2800">
              <a:latin typeface="Arial MT"/>
              <a:cs typeface="Arial MT"/>
            </a:endParaRPr>
          </a:p>
          <a:p>
            <a:pPr marL="332105" indent="-319405">
              <a:lnSpc>
                <a:spcPct val="100000"/>
              </a:lnSpc>
              <a:spcBef>
                <a:spcPts val="705"/>
              </a:spcBef>
              <a:buClr>
                <a:srgbClr val="DA1F28"/>
              </a:buClr>
              <a:buSzPct val="58928"/>
              <a:buFont typeface="Wingdings"/>
              <a:buChar char=""/>
              <a:tabLst>
                <a:tab pos="332105" algn="l"/>
              </a:tabLst>
            </a:pPr>
            <a:r>
              <a:rPr sz="2800" dirty="0">
                <a:solidFill>
                  <a:srgbClr val="22253B"/>
                </a:solidFill>
                <a:latin typeface="Arial MT"/>
                <a:cs typeface="Arial MT"/>
              </a:rPr>
              <a:t>&lt;h4&gt;</a:t>
            </a:r>
            <a:r>
              <a:rPr sz="2800" spc="-70" dirty="0">
                <a:solidFill>
                  <a:srgbClr val="22253B"/>
                </a:solidFill>
                <a:latin typeface="Arial MT"/>
                <a:cs typeface="Arial MT"/>
              </a:rPr>
              <a:t> </a:t>
            </a:r>
            <a:r>
              <a:rPr sz="2800" dirty="0">
                <a:solidFill>
                  <a:srgbClr val="22253B"/>
                </a:solidFill>
                <a:latin typeface="Arial MT"/>
                <a:cs typeface="Arial MT"/>
              </a:rPr>
              <a:t>h4</a:t>
            </a:r>
            <a:r>
              <a:rPr sz="2800" spc="-65" dirty="0">
                <a:solidFill>
                  <a:srgbClr val="22253B"/>
                </a:solidFill>
                <a:latin typeface="Arial MT"/>
                <a:cs typeface="Arial MT"/>
              </a:rPr>
              <a:t> </a:t>
            </a:r>
            <a:r>
              <a:rPr sz="2800" dirty="0">
                <a:solidFill>
                  <a:srgbClr val="22253B"/>
                </a:solidFill>
                <a:latin typeface="Arial MT"/>
                <a:cs typeface="Arial MT"/>
              </a:rPr>
              <a:t>Heading</a:t>
            </a:r>
            <a:r>
              <a:rPr sz="2800" spc="-55" dirty="0">
                <a:solidFill>
                  <a:srgbClr val="22253B"/>
                </a:solidFill>
                <a:latin typeface="Arial MT"/>
                <a:cs typeface="Arial MT"/>
              </a:rPr>
              <a:t> </a:t>
            </a:r>
            <a:r>
              <a:rPr sz="2800" spc="-10" dirty="0">
                <a:solidFill>
                  <a:srgbClr val="22253B"/>
                </a:solidFill>
                <a:latin typeface="Arial MT"/>
                <a:cs typeface="Arial MT"/>
              </a:rPr>
              <a:t>&lt;/h4&gt;</a:t>
            </a:r>
            <a:endParaRPr sz="2800">
              <a:latin typeface="Arial MT"/>
              <a:cs typeface="Arial MT"/>
            </a:endParaRPr>
          </a:p>
          <a:p>
            <a:pPr marL="332105" indent="-319405">
              <a:lnSpc>
                <a:spcPct val="100000"/>
              </a:lnSpc>
              <a:spcBef>
                <a:spcPts val="695"/>
              </a:spcBef>
              <a:buClr>
                <a:srgbClr val="DA1F28"/>
              </a:buClr>
              <a:buSzPct val="58928"/>
              <a:buFont typeface="Wingdings"/>
              <a:buChar char=""/>
              <a:tabLst>
                <a:tab pos="332105" algn="l"/>
              </a:tabLst>
            </a:pPr>
            <a:r>
              <a:rPr sz="2800" dirty="0">
                <a:solidFill>
                  <a:srgbClr val="22253B"/>
                </a:solidFill>
                <a:latin typeface="Arial MT"/>
                <a:cs typeface="Arial MT"/>
              </a:rPr>
              <a:t>&lt;h5&gt;</a:t>
            </a:r>
            <a:r>
              <a:rPr sz="2800" spc="-70" dirty="0">
                <a:solidFill>
                  <a:srgbClr val="22253B"/>
                </a:solidFill>
                <a:latin typeface="Arial MT"/>
                <a:cs typeface="Arial MT"/>
              </a:rPr>
              <a:t> </a:t>
            </a:r>
            <a:r>
              <a:rPr sz="2800" dirty="0">
                <a:solidFill>
                  <a:srgbClr val="22253B"/>
                </a:solidFill>
                <a:latin typeface="Arial MT"/>
                <a:cs typeface="Arial MT"/>
              </a:rPr>
              <a:t>h5</a:t>
            </a:r>
            <a:r>
              <a:rPr sz="2800" spc="-65" dirty="0">
                <a:solidFill>
                  <a:srgbClr val="22253B"/>
                </a:solidFill>
                <a:latin typeface="Arial MT"/>
                <a:cs typeface="Arial MT"/>
              </a:rPr>
              <a:t> </a:t>
            </a:r>
            <a:r>
              <a:rPr sz="2800" dirty="0">
                <a:solidFill>
                  <a:srgbClr val="22253B"/>
                </a:solidFill>
                <a:latin typeface="Arial MT"/>
                <a:cs typeface="Arial MT"/>
              </a:rPr>
              <a:t>Heading</a:t>
            </a:r>
            <a:r>
              <a:rPr sz="2800" spc="-55" dirty="0">
                <a:solidFill>
                  <a:srgbClr val="22253B"/>
                </a:solidFill>
                <a:latin typeface="Arial MT"/>
                <a:cs typeface="Arial MT"/>
              </a:rPr>
              <a:t> </a:t>
            </a:r>
            <a:r>
              <a:rPr sz="2800" spc="-10" dirty="0">
                <a:solidFill>
                  <a:srgbClr val="22253B"/>
                </a:solidFill>
                <a:latin typeface="Arial MT"/>
                <a:cs typeface="Arial MT"/>
              </a:rPr>
              <a:t>&lt;/h5&gt;</a:t>
            </a:r>
            <a:endParaRPr sz="2800">
              <a:latin typeface="Arial MT"/>
              <a:cs typeface="Arial MT"/>
            </a:endParaRPr>
          </a:p>
          <a:p>
            <a:pPr marL="332105" indent="-319405">
              <a:lnSpc>
                <a:spcPct val="100000"/>
              </a:lnSpc>
              <a:spcBef>
                <a:spcPts val="705"/>
              </a:spcBef>
              <a:buClr>
                <a:srgbClr val="DA1F28"/>
              </a:buClr>
              <a:buSzPct val="58928"/>
              <a:buFont typeface="Wingdings"/>
              <a:buChar char=""/>
              <a:tabLst>
                <a:tab pos="332105" algn="l"/>
              </a:tabLst>
            </a:pPr>
            <a:r>
              <a:rPr sz="2800" dirty="0">
                <a:solidFill>
                  <a:srgbClr val="22253B"/>
                </a:solidFill>
                <a:latin typeface="Arial MT"/>
                <a:cs typeface="Arial MT"/>
              </a:rPr>
              <a:t>&lt;h6&gt;</a:t>
            </a:r>
            <a:r>
              <a:rPr sz="2800" spc="-70" dirty="0">
                <a:solidFill>
                  <a:srgbClr val="22253B"/>
                </a:solidFill>
                <a:latin typeface="Arial MT"/>
                <a:cs typeface="Arial MT"/>
              </a:rPr>
              <a:t> </a:t>
            </a:r>
            <a:r>
              <a:rPr sz="2800" dirty="0">
                <a:solidFill>
                  <a:srgbClr val="22253B"/>
                </a:solidFill>
                <a:latin typeface="Arial MT"/>
                <a:cs typeface="Arial MT"/>
              </a:rPr>
              <a:t>h6</a:t>
            </a:r>
            <a:r>
              <a:rPr sz="2800" spc="-65" dirty="0">
                <a:solidFill>
                  <a:srgbClr val="22253B"/>
                </a:solidFill>
                <a:latin typeface="Arial MT"/>
                <a:cs typeface="Arial MT"/>
              </a:rPr>
              <a:t> </a:t>
            </a:r>
            <a:r>
              <a:rPr sz="2800" dirty="0">
                <a:solidFill>
                  <a:srgbClr val="22253B"/>
                </a:solidFill>
                <a:latin typeface="Arial MT"/>
                <a:cs typeface="Arial MT"/>
              </a:rPr>
              <a:t>Heading</a:t>
            </a:r>
            <a:r>
              <a:rPr sz="2800" spc="-55" dirty="0">
                <a:solidFill>
                  <a:srgbClr val="22253B"/>
                </a:solidFill>
                <a:latin typeface="Arial MT"/>
                <a:cs typeface="Arial MT"/>
              </a:rPr>
              <a:t> </a:t>
            </a:r>
            <a:r>
              <a:rPr sz="2800" spc="-10" dirty="0">
                <a:solidFill>
                  <a:srgbClr val="22253B"/>
                </a:solidFill>
                <a:latin typeface="Arial MT"/>
                <a:cs typeface="Arial MT"/>
              </a:rPr>
              <a:t>&lt;/h6&gt;</a:t>
            </a:r>
            <a:endParaRPr sz="28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69595">
              <a:lnSpc>
                <a:spcPct val="100000"/>
              </a:lnSpc>
              <a:spcBef>
                <a:spcPts val="100"/>
              </a:spcBef>
            </a:pPr>
            <a:r>
              <a:rPr spc="-310" dirty="0"/>
              <a:t>Paragraph</a:t>
            </a:r>
            <a:r>
              <a:rPr spc="-80" dirty="0"/>
              <a:t> </a:t>
            </a:r>
            <a:r>
              <a:rPr spc="-375" dirty="0"/>
              <a:t>Tag</a:t>
            </a:r>
            <a:r>
              <a:rPr spc="-50" dirty="0"/>
              <a:t> </a:t>
            </a:r>
            <a:r>
              <a:rPr spc="95" dirty="0"/>
              <a:t>&lt;p&gt;</a:t>
            </a:r>
            <a:r>
              <a:rPr spc="-140" dirty="0"/>
              <a:t> </a:t>
            </a:r>
            <a:r>
              <a:rPr dirty="0"/>
              <a:t>..</a:t>
            </a:r>
            <a:r>
              <a:rPr spc="-105" dirty="0"/>
              <a:t> </a:t>
            </a:r>
            <a:r>
              <a:rPr spc="150" dirty="0"/>
              <a:t>&lt;/p&gt;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43737" y="2363723"/>
            <a:ext cx="825754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dirty="0">
                <a:solidFill>
                  <a:srgbClr val="1D304E"/>
                </a:solidFill>
                <a:latin typeface="Arial MT"/>
                <a:cs typeface="Arial MT"/>
              </a:rPr>
              <a:t>&lt;p&gt;</a:t>
            </a:r>
            <a:r>
              <a:rPr sz="3600" spc="-100" dirty="0">
                <a:solidFill>
                  <a:srgbClr val="1D304E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D0D0D"/>
                </a:solidFill>
                <a:latin typeface="Arial MT"/>
                <a:cs typeface="Arial MT"/>
              </a:rPr>
              <a:t>Basis</a:t>
            </a:r>
            <a:r>
              <a:rPr sz="2400" spc="-60" dirty="0">
                <a:solidFill>
                  <a:srgbClr val="0D0D0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D0D0D"/>
                </a:solidFill>
                <a:latin typeface="Arial MT"/>
                <a:cs typeface="Arial MT"/>
              </a:rPr>
              <a:t>Institute</a:t>
            </a:r>
            <a:r>
              <a:rPr sz="2400" spc="-60" dirty="0">
                <a:solidFill>
                  <a:srgbClr val="0D0D0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D0D0D"/>
                </a:solidFill>
                <a:latin typeface="Arial MT"/>
                <a:cs typeface="Arial MT"/>
              </a:rPr>
              <a:t>of</a:t>
            </a:r>
            <a:r>
              <a:rPr sz="2400" spc="-100" dirty="0">
                <a:solidFill>
                  <a:srgbClr val="0D0D0D"/>
                </a:solidFill>
                <a:latin typeface="Arial MT"/>
                <a:cs typeface="Arial MT"/>
              </a:rPr>
              <a:t> </a:t>
            </a:r>
            <a:r>
              <a:rPr sz="2400" spc="-30" dirty="0">
                <a:solidFill>
                  <a:srgbClr val="0D0D0D"/>
                </a:solidFill>
                <a:latin typeface="Arial MT"/>
                <a:cs typeface="Arial MT"/>
              </a:rPr>
              <a:t>Technology</a:t>
            </a:r>
            <a:r>
              <a:rPr sz="2400" spc="-50" dirty="0">
                <a:solidFill>
                  <a:srgbClr val="0D0D0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D0D0D"/>
                </a:solidFill>
                <a:latin typeface="Arial MT"/>
                <a:cs typeface="Arial MT"/>
              </a:rPr>
              <a:t>and</a:t>
            </a:r>
            <a:r>
              <a:rPr sz="2400" spc="-55" dirty="0">
                <a:solidFill>
                  <a:srgbClr val="0D0D0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D0D0D"/>
                </a:solidFill>
                <a:latin typeface="Arial MT"/>
                <a:cs typeface="Arial MT"/>
              </a:rPr>
              <a:t>Management</a:t>
            </a:r>
            <a:r>
              <a:rPr sz="2400" spc="-35" dirty="0">
                <a:solidFill>
                  <a:srgbClr val="0D0D0D"/>
                </a:solidFill>
                <a:latin typeface="Arial MT"/>
                <a:cs typeface="Arial MT"/>
              </a:rPr>
              <a:t> </a:t>
            </a:r>
            <a:r>
              <a:rPr sz="3600" spc="-20" dirty="0">
                <a:solidFill>
                  <a:srgbClr val="1D304E"/>
                </a:solidFill>
                <a:latin typeface="Arial MT"/>
                <a:cs typeface="Arial MT"/>
              </a:rPr>
              <a:t>&lt;/p&gt;</a:t>
            </a:r>
            <a:endParaRPr sz="36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528066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325" dirty="0"/>
              <a:t>Example</a:t>
            </a:r>
            <a:r>
              <a:rPr spc="-75" dirty="0"/>
              <a:t> </a:t>
            </a:r>
            <a:r>
              <a:rPr dirty="0"/>
              <a:t>of</a:t>
            </a:r>
            <a:r>
              <a:rPr spc="-135" dirty="0"/>
              <a:t> </a:t>
            </a:r>
            <a:r>
              <a:rPr spc="-310" dirty="0"/>
              <a:t>Paragraph</a:t>
            </a:r>
            <a:r>
              <a:rPr spc="-80" dirty="0"/>
              <a:t> </a:t>
            </a:r>
            <a:r>
              <a:rPr spc="-375" dirty="0"/>
              <a:t>Tag</a:t>
            </a:r>
            <a:r>
              <a:rPr spc="-50" dirty="0"/>
              <a:t> </a:t>
            </a:r>
            <a:r>
              <a:rPr spc="95" dirty="0"/>
              <a:t>&lt;p&gt;</a:t>
            </a:r>
            <a:r>
              <a:rPr spc="-130" dirty="0"/>
              <a:t> </a:t>
            </a:r>
            <a:r>
              <a:rPr dirty="0"/>
              <a:t>..</a:t>
            </a:r>
            <a:r>
              <a:rPr spc="-160" dirty="0"/>
              <a:t> </a:t>
            </a:r>
            <a:r>
              <a:rPr spc="150" dirty="0"/>
              <a:t>&lt;/p&gt;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414780"/>
            <a:ext cx="8113395" cy="345567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ts val="1510"/>
              </a:lnSpc>
              <a:spcBef>
                <a:spcPts val="95"/>
              </a:spcBef>
            </a:pPr>
            <a:r>
              <a:rPr sz="1400" spc="-10" dirty="0">
                <a:latin typeface="Arial MT"/>
                <a:cs typeface="Arial MT"/>
              </a:rPr>
              <a:t>&lt;html&gt;</a:t>
            </a:r>
            <a:endParaRPr sz="1400">
              <a:latin typeface="Arial MT"/>
              <a:cs typeface="Arial MT"/>
            </a:endParaRPr>
          </a:p>
          <a:p>
            <a:pPr marL="12700">
              <a:lnSpc>
                <a:spcPts val="1510"/>
              </a:lnSpc>
            </a:pPr>
            <a:r>
              <a:rPr sz="1400" spc="-10" dirty="0">
                <a:latin typeface="Arial MT"/>
                <a:cs typeface="Arial MT"/>
              </a:rPr>
              <a:t>&lt;body&gt;</a:t>
            </a:r>
            <a:endParaRPr sz="1400">
              <a:latin typeface="Arial MT"/>
              <a:cs typeface="Arial MT"/>
            </a:endParaRPr>
          </a:p>
          <a:p>
            <a:pPr marL="12700">
              <a:lnSpc>
                <a:spcPts val="2340"/>
              </a:lnSpc>
              <a:spcBef>
                <a:spcPts val="844"/>
              </a:spcBef>
            </a:pPr>
            <a:r>
              <a:rPr sz="2000" spc="-25" dirty="0">
                <a:latin typeface="Arial MT"/>
                <a:cs typeface="Arial MT"/>
              </a:rPr>
              <a:t>&lt;p&gt;</a:t>
            </a:r>
            <a:endParaRPr sz="2000">
              <a:latin typeface="Arial MT"/>
              <a:cs typeface="Arial MT"/>
            </a:endParaRPr>
          </a:p>
          <a:p>
            <a:pPr marL="332740" marR="5080">
              <a:lnSpc>
                <a:spcPct val="81000"/>
              </a:lnSpc>
              <a:spcBef>
                <a:spcPts val="215"/>
              </a:spcBef>
            </a:pPr>
            <a:r>
              <a:rPr sz="1200" dirty="0">
                <a:latin typeface="Arial MT"/>
                <a:cs typeface="Arial MT"/>
              </a:rPr>
              <a:t>NetBeans</a:t>
            </a:r>
            <a:r>
              <a:rPr sz="1200" spc="-4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Community</a:t>
            </a:r>
            <a:r>
              <a:rPr sz="1200" spc="-3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Distributions</a:t>
            </a:r>
            <a:r>
              <a:rPr sz="1200" spc="-4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are</a:t>
            </a:r>
            <a:r>
              <a:rPr sz="1200" spc="-3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available</a:t>
            </a:r>
            <a:r>
              <a:rPr sz="1200" spc="-4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under</a:t>
            </a:r>
            <a:r>
              <a:rPr sz="1200" spc="-3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a</a:t>
            </a:r>
            <a:r>
              <a:rPr sz="1200" spc="-2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Dual</a:t>
            </a:r>
            <a:r>
              <a:rPr sz="1200" spc="-4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License</a:t>
            </a:r>
            <a:r>
              <a:rPr sz="1200" spc="-3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consisting</a:t>
            </a:r>
            <a:r>
              <a:rPr sz="1200" spc="-4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of</a:t>
            </a:r>
            <a:r>
              <a:rPr sz="1200" spc="-2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the</a:t>
            </a:r>
            <a:r>
              <a:rPr sz="1200" spc="-2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Common</a:t>
            </a:r>
            <a:r>
              <a:rPr sz="1200" spc="-4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Development</a:t>
            </a:r>
            <a:r>
              <a:rPr sz="1200" spc="-35" dirty="0">
                <a:latin typeface="Arial MT"/>
                <a:cs typeface="Arial MT"/>
              </a:rPr>
              <a:t> </a:t>
            </a:r>
            <a:r>
              <a:rPr sz="1200" spc="-25" dirty="0">
                <a:latin typeface="Arial MT"/>
                <a:cs typeface="Arial MT"/>
              </a:rPr>
              <a:t>and </a:t>
            </a:r>
            <a:r>
              <a:rPr sz="1200" dirty="0">
                <a:latin typeface="Arial MT"/>
                <a:cs typeface="Arial MT"/>
              </a:rPr>
              <a:t>Distribution</a:t>
            </a:r>
            <a:r>
              <a:rPr sz="1200" spc="-4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License</a:t>
            </a:r>
            <a:r>
              <a:rPr sz="1200" spc="-3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(CDDL)</a:t>
            </a:r>
            <a:r>
              <a:rPr sz="1200" spc="-3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v1.0</a:t>
            </a:r>
            <a:r>
              <a:rPr sz="1200" spc="-3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and</a:t>
            </a:r>
            <a:r>
              <a:rPr sz="1200" spc="-3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GNU</a:t>
            </a:r>
            <a:r>
              <a:rPr sz="1200" spc="-3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General</a:t>
            </a:r>
            <a:r>
              <a:rPr sz="1200" spc="-4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Public</a:t>
            </a:r>
            <a:r>
              <a:rPr sz="1200" spc="-2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License</a:t>
            </a:r>
            <a:r>
              <a:rPr sz="1200" spc="-3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(GPL)</a:t>
            </a:r>
            <a:r>
              <a:rPr sz="1200" spc="-2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v2.</a:t>
            </a:r>
            <a:r>
              <a:rPr sz="1200" spc="-2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Such</a:t>
            </a:r>
            <a:r>
              <a:rPr sz="1200" spc="-3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distributions</a:t>
            </a:r>
            <a:r>
              <a:rPr sz="1200" spc="-3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include</a:t>
            </a:r>
            <a:r>
              <a:rPr sz="1200" spc="-40" dirty="0">
                <a:latin typeface="Arial MT"/>
                <a:cs typeface="Arial MT"/>
              </a:rPr>
              <a:t> </a:t>
            </a:r>
            <a:r>
              <a:rPr sz="1200" spc="-10" dirty="0">
                <a:latin typeface="Arial MT"/>
                <a:cs typeface="Arial MT"/>
              </a:rPr>
              <a:t>additional </a:t>
            </a:r>
            <a:r>
              <a:rPr sz="1200" dirty="0">
                <a:latin typeface="Arial MT"/>
                <a:cs typeface="Arial MT"/>
              </a:rPr>
              <a:t>components</a:t>
            </a:r>
            <a:r>
              <a:rPr sz="1200" spc="-3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under</a:t>
            </a:r>
            <a:r>
              <a:rPr sz="1200" spc="-3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separate</a:t>
            </a:r>
            <a:r>
              <a:rPr sz="1200" spc="-3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licenses</a:t>
            </a:r>
            <a:r>
              <a:rPr sz="1200" spc="-3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identified</a:t>
            </a:r>
            <a:r>
              <a:rPr sz="1200" spc="-3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in</a:t>
            </a:r>
            <a:r>
              <a:rPr sz="1200" spc="-4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the</a:t>
            </a:r>
            <a:r>
              <a:rPr sz="1200" spc="-2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License</a:t>
            </a:r>
            <a:r>
              <a:rPr sz="1200" spc="-3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file.</a:t>
            </a:r>
            <a:r>
              <a:rPr sz="1200" spc="-2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See</a:t>
            </a:r>
            <a:r>
              <a:rPr sz="1200" spc="-2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the</a:t>
            </a:r>
            <a:r>
              <a:rPr sz="1200" spc="-4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Third</a:t>
            </a:r>
            <a:r>
              <a:rPr sz="1200" spc="-2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Party</a:t>
            </a:r>
            <a:r>
              <a:rPr sz="1200" spc="-2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License</a:t>
            </a:r>
            <a:r>
              <a:rPr sz="1200" spc="-3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file</a:t>
            </a:r>
            <a:r>
              <a:rPr sz="1200" spc="-3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for</a:t>
            </a:r>
            <a:r>
              <a:rPr sz="1200" spc="-20" dirty="0">
                <a:latin typeface="Arial MT"/>
                <a:cs typeface="Arial MT"/>
              </a:rPr>
              <a:t> </a:t>
            </a:r>
            <a:r>
              <a:rPr sz="1200" spc="-10" dirty="0">
                <a:latin typeface="Arial MT"/>
                <a:cs typeface="Arial MT"/>
              </a:rPr>
              <a:t>external </a:t>
            </a:r>
            <a:r>
              <a:rPr sz="1200" dirty="0">
                <a:latin typeface="Arial MT"/>
                <a:cs typeface="Arial MT"/>
              </a:rPr>
              <a:t>components</a:t>
            </a:r>
            <a:r>
              <a:rPr sz="1200" spc="-4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included</a:t>
            </a:r>
            <a:r>
              <a:rPr sz="1200" spc="-3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in</a:t>
            </a:r>
            <a:r>
              <a:rPr sz="1200" spc="-4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NetBeans</a:t>
            </a:r>
            <a:r>
              <a:rPr sz="1200" spc="-4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and</a:t>
            </a:r>
            <a:r>
              <a:rPr sz="1200" spc="-3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their</a:t>
            </a:r>
            <a:r>
              <a:rPr sz="1200" spc="-3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associated</a:t>
            </a:r>
            <a:r>
              <a:rPr sz="1200" spc="-40" dirty="0">
                <a:latin typeface="Arial MT"/>
                <a:cs typeface="Arial MT"/>
              </a:rPr>
              <a:t> </a:t>
            </a:r>
            <a:r>
              <a:rPr sz="1200" spc="-10" dirty="0">
                <a:latin typeface="Arial MT"/>
                <a:cs typeface="Arial MT"/>
              </a:rPr>
              <a:t>licenses.</a:t>
            </a:r>
            <a:endParaRPr sz="1200">
              <a:latin typeface="Arial MT"/>
              <a:cs typeface="Arial MT"/>
            </a:endParaRPr>
          </a:p>
          <a:p>
            <a:pPr marL="12700">
              <a:lnSpc>
                <a:spcPts val="1900"/>
              </a:lnSpc>
            </a:pPr>
            <a:r>
              <a:rPr sz="2000" spc="-20" dirty="0">
                <a:latin typeface="Arial MT"/>
                <a:cs typeface="Arial MT"/>
              </a:rPr>
              <a:t>&lt;/p&gt;</a:t>
            </a:r>
            <a:endParaRPr sz="2000">
              <a:latin typeface="Arial MT"/>
              <a:cs typeface="Arial MT"/>
            </a:endParaRPr>
          </a:p>
          <a:p>
            <a:pPr marL="12700">
              <a:lnSpc>
                <a:spcPts val="2340"/>
              </a:lnSpc>
              <a:spcBef>
                <a:spcPts val="865"/>
              </a:spcBef>
            </a:pPr>
            <a:r>
              <a:rPr sz="2000" spc="-25" dirty="0">
                <a:latin typeface="Arial MT"/>
                <a:cs typeface="Arial MT"/>
              </a:rPr>
              <a:t>&lt;p&gt;</a:t>
            </a:r>
            <a:endParaRPr sz="2000">
              <a:latin typeface="Arial MT"/>
              <a:cs typeface="Arial MT"/>
            </a:endParaRPr>
          </a:p>
          <a:p>
            <a:pPr marL="332740" marR="5080">
              <a:lnSpc>
                <a:spcPct val="81000"/>
              </a:lnSpc>
              <a:spcBef>
                <a:spcPts val="215"/>
              </a:spcBef>
            </a:pPr>
            <a:r>
              <a:rPr sz="1200" dirty="0">
                <a:latin typeface="Arial MT"/>
                <a:cs typeface="Arial MT"/>
              </a:rPr>
              <a:t>NetBeans</a:t>
            </a:r>
            <a:r>
              <a:rPr sz="1200" spc="-4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Community</a:t>
            </a:r>
            <a:r>
              <a:rPr sz="1200" spc="-3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Distributions</a:t>
            </a:r>
            <a:r>
              <a:rPr sz="1200" spc="-4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are</a:t>
            </a:r>
            <a:r>
              <a:rPr sz="1200" spc="-3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available</a:t>
            </a:r>
            <a:r>
              <a:rPr sz="1200" spc="-4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under</a:t>
            </a:r>
            <a:r>
              <a:rPr sz="1200" spc="-3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a</a:t>
            </a:r>
            <a:r>
              <a:rPr sz="1200" spc="-2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Dual</a:t>
            </a:r>
            <a:r>
              <a:rPr sz="1200" spc="-4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License</a:t>
            </a:r>
            <a:r>
              <a:rPr sz="1200" spc="-3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consisting</a:t>
            </a:r>
            <a:r>
              <a:rPr sz="1200" spc="-4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of</a:t>
            </a:r>
            <a:r>
              <a:rPr sz="1200" spc="-2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the</a:t>
            </a:r>
            <a:r>
              <a:rPr sz="1200" spc="-2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Common</a:t>
            </a:r>
            <a:r>
              <a:rPr sz="1200" spc="-4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Development</a:t>
            </a:r>
            <a:r>
              <a:rPr sz="1200" spc="-35" dirty="0">
                <a:latin typeface="Arial MT"/>
                <a:cs typeface="Arial MT"/>
              </a:rPr>
              <a:t> </a:t>
            </a:r>
            <a:r>
              <a:rPr sz="1200" spc="-25" dirty="0">
                <a:latin typeface="Arial MT"/>
                <a:cs typeface="Arial MT"/>
              </a:rPr>
              <a:t>and </a:t>
            </a:r>
            <a:r>
              <a:rPr sz="1200" dirty="0">
                <a:latin typeface="Arial MT"/>
                <a:cs typeface="Arial MT"/>
              </a:rPr>
              <a:t>Distribution</a:t>
            </a:r>
            <a:r>
              <a:rPr sz="1200" spc="-4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License</a:t>
            </a:r>
            <a:r>
              <a:rPr sz="1200" spc="-3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(CDDL)</a:t>
            </a:r>
            <a:r>
              <a:rPr sz="1200" spc="-3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v1.0</a:t>
            </a:r>
            <a:r>
              <a:rPr sz="1200" spc="-2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and</a:t>
            </a:r>
            <a:r>
              <a:rPr sz="1200" spc="-3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GNU</a:t>
            </a:r>
            <a:r>
              <a:rPr sz="1200" spc="-2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General</a:t>
            </a:r>
            <a:r>
              <a:rPr sz="1200" spc="-4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Public</a:t>
            </a:r>
            <a:r>
              <a:rPr sz="1200" spc="-3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License</a:t>
            </a:r>
            <a:r>
              <a:rPr sz="1200" spc="-3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(GPL)</a:t>
            </a:r>
            <a:r>
              <a:rPr sz="1200" spc="-2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v2.</a:t>
            </a:r>
            <a:r>
              <a:rPr sz="1200" spc="-2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Such</a:t>
            </a:r>
            <a:r>
              <a:rPr sz="1200" spc="-3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distributions</a:t>
            </a:r>
            <a:r>
              <a:rPr sz="1200" spc="-3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include</a:t>
            </a:r>
            <a:r>
              <a:rPr sz="1200" spc="-40" dirty="0">
                <a:latin typeface="Arial MT"/>
                <a:cs typeface="Arial MT"/>
              </a:rPr>
              <a:t> </a:t>
            </a:r>
            <a:r>
              <a:rPr sz="1200" spc="-10" dirty="0">
                <a:latin typeface="Arial MT"/>
                <a:cs typeface="Arial MT"/>
              </a:rPr>
              <a:t>additional </a:t>
            </a:r>
            <a:r>
              <a:rPr sz="1200" dirty="0">
                <a:latin typeface="Arial MT"/>
                <a:cs typeface="Arial MT"/>
              </a:rPr>
              <a:t>components</a:t>
            </a:r>
            <a:r>
              <a:rPr sz="1200" spc="-3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under</a:t>
            </a:r>
            <a:r>
              <a:rPr sz="1200" spc="-3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separate</a:t>
            </a:r>
            <a:r>
              <a:rPr sz="1200" spc="-3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licenses</a:t>
            </a:r>
            <a:r>
              <a:rPr sz="1200" spc="-3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identified</a:t>
            </a:r>
            <a:r>
              <a:rPr sz="1200" spc="-3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in</a:t>
            </a:r>
            <a:r>
              <a:rPr sz="1200" spc="-4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the</a:t>
            </a:r>
            <a:r>
              <a:rPr sz="1200" spc="-2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License</a:t>
            </a:r>
            <a:r>
              <a:rPr sz="1200" spc="-3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file.</a:t>
            </a:r>
            <a:r>
              <a:rPr sz="1200" spc="-2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See</a:t>
            </a:r>
            <a:r>
              <a:rPr sz="1200" spc="-2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the</a:t>
            </a:r>
            <a:r>
              <a:rPr sz="1200" spc="-4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Third</a:t>
            </a:r>
            <a:r>
              <a:rPr sz="1200" spc="-2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Party</a:t>
            </a:r>
            <a:r>
              <a:rPr sz="1200" spc="-2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License</a:t>
            </a:r>
            <a:r>
              <a:rPr sz="1200" spc="-3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file</a:t>
            </a:r>
            <a:r>
              <a:rPr sz="1200" spc="-3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for</a:t>
            </a:r>
            <a:r>
              <a:rPr sz="1200" spc="-20" dirty="0">
                <a:latin typeface="Arial MT"/>
                <a:cs typeface="Arial MT"/>
              </a:rPr>
              <a:t> </a:t>
            </a:r>
            <a:r>
              <a:rPr sz="1200" spc="-10" dirty="0">
                <a:latin typeface="Arial MT"/>
                <a:cs typeface="Arial MT"/>
              </a:rPr>
              <a:t>external </a:t>
            </a:r>
            <a:r>
              <a:rPr sz="1200" dirty="0">
                <a:latin typeface="Arial MT"/>
                <a:cs typeface="Arial MT"/>
              </a:rPr>
              <a:t>components</a:t>
            </a:r>
            <a:r>
              <a:rPr sz="1200" spc="-4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included</a:t>
            </a:r>
            <a:r>
              <a:rPr sz="1200" spc="-3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in</a:t>
            </a:r>
            <a:r>
              <a:rPr sz="1200" spc="-4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NetBeans</a:t>
            </a:r>
            <a:r>
              <a:rPr sz="1200" spc="-4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and</a:t>
            </a:r>
            <a:r>
              <a:rPr sz="1200" spc="-3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their</a:t>
            </a:r>
            <a:r>
              <a:rPr sz="1200" spc="-3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associated</a:t>
            </a:r>
            <a:r>
              <a:rPr sz="1200" spc="-40" dirty="0">
                <a:latin typeface="Arial MT"/>
                <a:cs typeface="Arial MT"/>
              </a:rPr>
              <a:t> </a:t>
            </a:r>
            <a:r>
              <a:rPr sz="1200" spc="-10" dirty="0">
                <a:latin typeface="Arial MT"/>
                <a:cs typeface="Arial MT"/>
              </a:rPr>
              <a:t>licenses.</a:t>
            </a:r>
            <a:endParaRPr sz="1200">
              <a:latin typeface="Arial MT"/>
              <a:cs typeface="Arial MT"/>
            </a:endParaRPr>
          </a:p>
          <a:p>
            <a:pPr marL="12700">
              <a:lnSpc>
                <a:spcPts val="1900"/>
              </a:lnSpc>
            </a:pPr>
            <a:r>
              <a:rPr sz="2000" spc="-20" dirty="0">
                <a:latin typeface="Arial MT"/>
                <a:cs typeface="Arial MT"/>
              </a:rPr>
              <a:t>&lt;/p&gt;</a:t>
            </a:r>
            <a:endParaRPr sz="2000">
              <a:latin typeface="Arial MT"/>
              <a:cs typeface="Arial MT"/>
            </a:endParaRPr>
          </a:p>
          <a:p>
            <a:pPr marL="12700">
              <a:lnSpc>
                <a:spcPts val="1505"/>
              </a:lnSpc>
              <a:spcBef>
                <a:spcPts val="1030"/>
              </a:spcBef>
            </a:pPr>
            <a:r>
              <a:rPr sz="1400" spc="-10" dirty="0">
                <a:latin typeface="Arial MT"/>
                <a:cs typeface="Arial MT"/>
              </a:rPr>
              <a:t>&lt;/body&gt;</a:t>
            </a:r>
            <a:endParaRPr sz="1400">
              <a:latin typeface="Arial MT"/>
              <a:cs typeface="Arial MT"/>
            </a:endParaRPr>
          </a:p>
          <a:p>
            <a:pPr marL="12700">
              <a:lnSpc>
                <a:spcPts val="1505"/>
              </a:lnSpc>
            </a:pPr>
            <a:r>
              <a:rPr sz="1400" spc="-10" dirty="0">
                <a:latin typeface="Arial MT"/>
                <a:cs typeface="Arial MT"/>
              </a:rPr>
              <a:t>&lt;/html&gt;</a:t>
            </a:r>
            <a:endParaRPr sz="14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531876" rIns="0" bIns="0" rtlCol="0">
            <a:spAutoFit/>
          </a:bodyPr>
          <a:lstStyle/>
          <a:p>
            <a:pPr marL="2933065">
              <a:lnSpc>
                <a:spcPct val="100000"/>
              </a:lnSpc>
              <a:spcBef>
                <a:spcPts val="100"/>
              </a:spcBef>
            </a:pPr>
            <a:r>
              <a:rPr spc="-325" dirty="0"/>
              <a:t>Formatting</a:t>
            </a:r>
            <a:r>
              <a:rPr spc="-40" dirty="0"/>
              <a:t> </a:t>
            </a:r>
            <a:r>
              <a:rPr spc="-400" dirty="0"/>
              <a:t>Tag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8739" y="1212087"/>
            <a:ext cx="5158740" cy="2753995"/>
          </a:xfrm>
          <a:prstGeom prst="rect">
            <a:avLst/>
          </a:prstGeom>
        </p:spPr>
        <p:txBody>
          <a:bodyPr vert="horz" wrap="square" lIns="0" tIns="101600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800"/>
              </a:spcBef>
              <a:buClr>
                <a:srgbClr val="DA1F28"/>
              </a:buClr>
              <a:buSzPct val="60416"/>
              <a:buFont typeface="Wingdings"/>
              <a:buChar char=""/>
              <a:tabLst>
                <a:tab pos="354965" algn="l"/>
                <a:tab pos="1049655" algn="l"/>
              </a:tabLst>
            </a:pPr>
            <a:r>
              <a:rPr sz="2400" spc="-25" dirty="0">
                <a:latin typeface="Arial MT"/>
                <a:cs typeface="Arial MT"/>
              </a:rPr>
              <a:t>&lt;b&gt;</a:t>
            </a:r>
            <a:r>
              <a:rPr sz="2400" dirty="0">
                <a:latin typeface="Arial MT"/>
                <a:cs typeface="Arial MT"/>
              </a:rPr>
              <a:t>	-</a:t>
            </a:r>
            <a:r>
              <a:rPr sz="2400" spc="-3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Bold</a:t>
            </a:r>
            <a:r>
              <a:rPr sz="2400" spc="-2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text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spc="-20" dirty="0">
                <a:latin typeface="Arial MT"/>
                <a:cs typeface="Arial MT"/>
              </a:rPr>
              <a:t>&lt;/b&gt;</a:t>
            </a:r>
            <a:endParaRPr sz="2400">
              <a:latin typeface="Arial MT"/>
              <a:cs typeface="Arial MT"/>
            </a:endParaRPr>
          </a:p>
          <a:p>
            <a:pPr marL="354965" indent="-342265">
              <a:lnSpc>
                <a:spcPct val="100000"/>
              </a:lnSpc>
              <a:spcBef>
                <a:spcPts val="705"/>
              </a:spcBef>
              <a:buClr>
                <a:srgbClr val="DA1F28"/>
              </a:buClr>
              <a:buSzPct val="60416"/>
              <a:buFont typeface="Wingdings"/>
              <a:buChar char=""/>
              <a:tabLst>
                <a:tab pos="354965" algn="l"/>
                <a:tab pos="1727200" algn="l"/>
              </a:tabLst>
            </a:pPr>
            <a:r>
              <a:rPr sz="2400" spc="-10" dirty="0">
                <a:latin typeface="Arial MT"/>
                <a:cs typeface="Arial MT"/>
              </a:rPr>
              <a:t>&lt;strong&gt;</a:t>
            </a:r>
            <a:r>
              <a:rPr sz="2400" dirty="0">
                <a:latin typeface="Arial MT"/>
                <a:cs typeface="Arial MT"/>
              </a:rPr>
              <a:t>	-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Important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text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&lt;/strong&gt;</a:t>
            </a:r>
            <a:endParaRPr sz="2400">
              <a:latin typeface="Arial MT"/>
              <a:cs typeface="Arial MT"/>
            </a:endParaRPr>
          </a:p>
          <a:p>
            <a:pPr marL="354965" indent="-342265">
              <a:lnSpc>
                <a:spcPct val="100000"/>
              </a:lnSpc>
              <a:spcBef>
                <a:spcPts val="695"/>
              </a:spcBef>
              <a:buClr>
                <a:srgbClr val="DA1F28"/>
              </a:buClr>
              <a:buSzPct val="60416"/>
              <a:buFont typeface="Wingdings"/>
              <a:buChar char=""/>
              <a:tabLst>
                <a:tab pos="354965" algn="l"/>
                <a:tab pos="948055" algn="l"/>
              </a:tabLst>
            </a:pPr>
            <a:r>
              <a:rPr sz="2400" spc="-25" dirty="0">
                <a:latin typeface="Arial MT"/>
                <a:cs typeface="Arial MT"/>
              </a:rPr>
              <a:t>&lt;i&gt;</a:t>
            </a:r>
            <a:r>
              <a:rPr sz="2400" dirty="0">
                <a:latin typeface="Arial MT"/>
                <a:cs typeface="Arial MT"/>
              </a:rPr>
              <a:t>	-</a:t>
            </a:r>
            <a:r>
              <a:rPr sz="2400" spc="-1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Italic</a:t>
            </a:r>
            <a:r>
              <a:rPr sz="2400" spc="-1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text</a:t>
            </a:r>
            <a:r>
              <a:rPr sz="2400" spc="-15" dirty="0">
                <a:latin typeface="Arial MT"/>
                <a:cs typeface="Arial MT"/>
              </a:rPr>
              <a:t> </a:t>
            </a:r>
            <a:r>
              <a:rPr sz="2400" spc="-20" dirty="0">
                <a:latin typeface="Arial MT"/>
                <a:cs typeface="Arial MT"/>
              </a:rPr>
              <a:t>&lt;/i&gt;</a:t>
            </a:r>
            <a:endParaRPr sz="2400">
              <a:latin typeface="Arial MT"/>
              <a:cs typeface="Arial MT"/>
            </a:endParaRPr>
          </a:p>
          <a:p>
            <a:pPr marL="354965" indent="-342265">
              <a:lnSpc>
                <a:spcPct val="100000"/>
              </a:lnSpc>
              <a:spcBef>
                <a:spcPts val="705"/>
              </a:spcBef>
              <a:buClr>
                <a:srgbClr val="DA1F28"/>
              </a:buClr>
              <a:buSzPct val="60416"/>
              <a:buFont typeface="Wingdings"/>
              <a:buChar char=""/>
              <a:tabLst>
                <a:tab pos="354965" algn="l"/>
                <a:tab pos="1303020" algn="l"/>
              </a:tabLst>
            </a:pPr>
            <a:r>
              <a:rPr sz="2400" spc="-20" dirty="0">
                <a:latin typeface="Arial MT"/>
                <a:cs typeface="Arial MT"/>
              </a:rPr>
              <a:t>&lt;em&gt;</a:t>
            </a:r>
            <a:r>
              <a:rPr sz="2400" dirty="0">
                <a:latin typeface="Arial MT"/>
                <a:cs typeface="Arial MT"/>
              </a:rPr>
              <a:t>	-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Emphasized</a:t>
            </a:r>
            <a:r>
              <a:rPr sz="2400" spc="-3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text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&lt;/em&gt;</a:t>
            </a:r>
            <a:endParaRPr sz="2400">
              <a:latin typeface="Arial MT"/>
              <a:cs typeface="Arial MT"/>
            </a:endParaRPr>
          </a:p>
          <a:p>
            <a:pPr marL="354965" indent="-342265">
              <a:lnSpc>
                <a:spcPct val="100000"/>
              </a:lnSpc>
              <a:spcBef>
                <a:spcPts val="700"/>
              </a:spcBef>
              <a:buClr>
                <a:srgbClr val="DA1F28"/>
              </a:buClr>
              <a:buSzPct val="60416"/>
              <a:buFont typeface="Wingdings"/>
              <a:buChar char=""/>
              <a:tabLst>
                <a:tab pos="354965" algn="l"/>
              </a:tabLst>
            </a:pPr>
            <a:r>
              <a:rPr sz="2400" dirty="0">
                <a:latin typeface="Arial MT"/>
                <a:cs typeface="Arial MT"/>
              </a:rPr>
              <a:t>&lt;u&gt;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Underline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spc="-50" dirty="0">
                <a:latin typeface="Arial MT"/>
                <a:cs typeface="Arial MT"/>
              </a:rPr>
              <a:t>Text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spc="-20" dirty="0">
                <a:latin typeface="Arial MT"/>
                <a:cs typeface="Arial MT"/>
              </a:rPr>
              <a:t>&lt;/u&gt;</a:t>
            </a:r>
            <a:endParaRPr sz="2400">
              <a:latin typeface="Arial MT"/>
              <a:cs typeface="Arial MT"/>
            </a:endParaRPr>
          </a:p>
          <a:p>
            <a:pPr marL="354965" indent="-342265">
              <a:lnSpc>
                <a:spcPct val="100000"/>
              </a:lnSpc>
              <a:spcBef>
                <a:spcPts val="695"/>
              </a:spcBef>
              <a:buClr>
                <a:srgbClr val="DA1F28"/>
              </a:buClr>
              <a:buSzPct val="60416"/>
              <a:buFont typeface="Wingdings"/>
              <a:buChar char=""/>
              <a:tabLst>
                <a:tab pos="354965" algn="l"/>
                <a:tab pos="1641475" algn="l"/>
              </a:tabLst>
            </a:pPr>
            <a:r>
              <a:rPr sz="2400" spc="-10" dirty="0">
                <a:latin typeface="Arial MT"/>
                <a:cs typeface="Arial MT"/>
              </a:rPr>
              <a:t>&lt;mark&gt;</a:t>
            </a:r>
            <a:r>
              <a:rPr sz="2400" dirty="0">
                <a:latin typeface="Arial MT"/>
                <a:cs typeface="Arial MT"/>
              </a:rPr>
              <a:t>	-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Marked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text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&lt;/mark&gt;</a:t>
            </a:r>
            <a:endParaRPr sz="24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531876" rIns="0" bIns="0" rtlCol="0">
            <a:spAutoFit/>
          </a:bodyPr>
          <a:lstStyle/>
          <a:p>
            <a:pPr marL="2933065">
              <a:lnSpc>
                <a:spcPct val="100000"/>
              </a:lnSpc>
              <a:spcBef>
                <a:spcPts val="100"/>
              </a:spcBef>
            </a:pPr>
            <a:r>
              <a:rPr spc="-325" dirty="0"/>
              <a:t>Formatting</a:t>
            </a:r>
            <a:r>
              <a:rPr spc="-40" dirty="0"/>
              <a:t> </a:t>
            </a:r>
            <a:r>
              <a:rPr spc="-400" dirty="0"/>
              <a:t>Tag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8739" y="1212087"/>
            <a:ext cx="4783455" cy="3208655"/>
          </a:xfrm>
          <a:prstGeom prst="rect">
            <a:avLst/>
          </a:prstGeom>
        </p:spPr>
        <p:txBody>
          <a:bodyPr vert="horz" wrap="square" lIns="0" tIns="101600" rIns="0" bIns="0" rtlCol="0">
            <a:spAutoFit/>
          </a:bodyPr>
          <a:lstStyle/>
          <a:p>
            <a:pPr marL="332105" indent="-319405">
              <a:lnSpc>
                <a:spcPct val="100000"/>
              </a:lnSpc>
              <a:spcBef>
                <a:spcPts val="800"/>
              </a:spcBef>
              <a:buClr>
                <a:srgbClr val="DA1F28"/>
              </a:buClr>
              <a:buSzPct val="60416"/>
              <a:buFont typeface="Wingdings"/>
              <a:buChar char=""/>
              <a:tabLst>
                <a:tab pos="332105" algn="l"/>
                <a:tab pos="1264285" algn="l"/>
              </a:tabLst>
            </a:pPr>
            <a:r>
              <a:rPr sz="2400" spc="-10" dirty="0">
                <a:latin typeface="Arial MT"/>
                <a:cs typeface="Arial MT"/>
              </a:rPr>
              <a:t>&lt;del&gt;</a:t>
            </a:r>
            <a:r>
              <a:rPr sz="2400" dirty="0">
                <a:latin typeface="Arial MT"/>
                <a:cs typeface="Arial MT"/>
              </a:rPr>
              <a:t>	-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Deleted</a:t>
            </a:r>
            <a:r>
              <a:rPr sz="2400" spc="-3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text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&lt;/del&gt;</a:t>
            </a:r>
            <a:endParaRPr sz="2400">
              <a:latin typeface="Arial MT"/>
              <a:cs typeface="Arial MT"/>
            </a:endParaRPr>
          </a:p>
          <a:p>
            <a:pPr marL="332105" indent="-319405">
              <a:lnSpc>
                <a:spcPct val="100000"/>
              </a:lnSpc>
              <a:spcBef>
                <a:spcPts val="705"/>
              </a:spcBef>
              <a:buClr>
                <a:srgbClr val="DA1F28"/>
              </a:buClr>
              <a:buSzPct val="60416"/>
              <a:buFont typeface="Wingdings"/>
              <a:buChar char=""/>
              <a:tabLst>
                <a:tab pos="332105" algn="l"/>
                <a:tab pos="1246505" algn="l"/>
              </a:tabLst>
            </a:pPr>
            <a:r>
              <a:rPr sz="2400" spc="-10" dirty="0">
                <a:latin typeface="Arial MT"/>
                <a:cs typeface="Arial MT"/>
              </a:rPr>
              <a:t>&lt;ins&gt;</a:t>
            </a:r>
            <a:r>
              <a:rPr sz="2400" dirty="0">
                <a:latin typeface="Arial MT"/>
                <a:cs typeface="Arial MT"/>
              </a:rPr>
              <a:t>	-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Inserted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text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&lt;/ins&gt;</a:t>
            </a:r>
            <a:endParaRPr sz="2400">
              <a:latin typeface="Arial MT"/>
              <a:cs typeface="Arial MT"/>
            </a:endParaRPr>
          </a:p>
          <a:p>
            <a:pPr marL="332105" indent="-319405">
              <a:lnSpc>
                <a:spcPct val="100000"/>
              </a:lnSpc>
              <a:spcBef>
                <a:spcPts val="695"/>
              </a:spcBef>
              <a:buClr>
                <a:srgbClr val="DA1F28"/>
              </a:buClr>
              <a:buSzPct val="60416"/>
              <a:buFont typeface="Wingdings"/>
              <a:buChar char=""/>
              <a:tabLst>
                <a:tab pos="332105" algn="l"/>
                <a:tab pos="1348105" algn="l"/>
              </a:tabLst>
            </a:pPr>
            <a:r>
              <a:rPr sz="2400" spc="-10" dirty="0">
                <a:latin typeface="Arial MT"/>
                <a:cs typeface="Arial MT"/>
              </a:rPr>
              <a:t>&lt;sub&gt;</a:t>
            </a:r>
            <a:r>
              <a:rPr sz="2400" dirty="0">
                <a:latin typeface="Arial MT"/>
                <a:cs typeface="Arial MT"/>
              </a:rPr>
              <a:t>	-</a:t>
            </a:r>
            <a:r>
              <a:rPr sz="2400" spc="-1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Subscript</a:t>
            </a:r>
            <a:r>
              <a:rPr sz="2400" spc="-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text </a:t>
            </a:r>
            <a:r>
              <a:rPr sz="2400" spc="-10" dirty="0">
                <a:latin typeface="Arial MT"/>
                <a:cs typeface="Arial MT"/>
              </a:rPr>
              <a:t>&lt;/sub&gt;</a:t>
            </a:r>
            <a:endParaRPr sz="2400">
              <a:latin typeface="Arial MT"/>
              <a:cs typeface="Arial MT"/>
            </a:endParaRPr>
          </a:p>
          <a:p>
            <a:pPr marL="332105" indent="-319405">
              <a:lnSpc>
                <a:spcPct val="100000"/>
              </a:lnSpc>
              <a:spcBef>
                <a:spcPts val="705"/>
              </a:spcBef>
              <a:buClr>
                <a:srgbClr val="DA1F28"/>
              </a:buClr>
              <a:buSzPct val="60416"/>
              <a:buFont typeface="Wingdings"/>
              <a:buChar char=""/>
              <a:tabLst>
                <a:tab pos="332105" algn="l"/>
                <a:tab pos="1348105" algn="l"/>
              </a:tabLst>
            </a:pPr>
            <a:r>
              <a:rPr sz="2400" spc="-10" dirty="0">
                <a:latin typeface="Arial MT"/>
                <a:cs typeface="Arial MT"/>
              </a:rPr>
              <a:t>&lt;sup&gt;</a:t>
            </a:r>
            <a:r>
              <a:rPr sz="2400" dirty="0">
                <a:latin typeface="Arial MT"/>
                <a:cs typeface="Arial MT"/>
              </a:rPr>
              <a:t>	-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Superscript</a:t>
            </a:r>
            <a:r>
              <a:rPr sz="2400" spc="-2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text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&lt;/sup&gt;</a:t>
            </a:r>
            <a:endParaRPr sz="2400">
              <a:latin typeface="Arial MT"/>
              <a:cs typeface="Arial MT"/>
            </a:endParaRPr>
          </a:p>
          <a:p>
            <a:pPr marL="332105" indent="-319405">
              <a:lnSpc>
                <a:spcPct val="100000"/>
              </a:lnSpc>
              <a:spcBef>
                <a:spcPts val="700"/>
              </a:spcBef>
              <a:buClr>
                <a:srgbClr val="DA1F28"/>
              </a:buClr>
              <a:buSzPct val="60416"/>
              <a:buFont typeface="Wingdings"/>
              <a:buChar char=""/>
              <a:tabLst>
                <a:tab pos="332105" algn="l"/>
                <a:tab pos="1569085" algn="l"/>
              </a:tabLst>
            </a:pPr>
            <a:r>
              <a:rPr sz="2400" spc="-10" dirty="0">
                <a:latin typeface="Arial MT"/>
                <a:cs typeface="Arial MT"/>
              </a:rPr>
              <a:t>&lt;small&gt;</a:t>
            </a:r>
            <a:r>
              <a:rPr sz="2400" dirty="0">
                <a:latin typeface="Arial MT"/>
                <a:cs typeface="Arial MT"/>
              </a:rPr>
              <a:t>	-</a:t>
            </a:r>
            <a:r>
              <a:rPr sz="2400" spc="-3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Small</a:t>
            </a:r>
            <a:r>
              <a:rPr sz="2400" spc="-3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text</a:t>
            </a:r>
            <a:r>
              <a:rPr sz="2400" spc="-3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&lt;/small&gt;</a:t>
            </a:r>
            <a:endParaRPr sz="2400">
              <a:latin typeface="Arial MT"/>
              <a:cs typeface="Arial MT"/>
            </a:endParaRPr>
          </a:p>
          <a:p>
            <a:pPr marL="332105" indent="-319405">
              <a:lnSpc>
                <a:spcPct val="100000"/>
              </a:lnSpc>
              <a:spcBef>
                <a:spcPts val="695"/>
              </a:spcBef>
              <a:buClr>
                <a:srgbClr val="DA1F28"/>
              </a:buClr>
              <a:buSzPct val="60416"/>
              <a:buFont typeface="Wingdings"/>
              <a:buChar char=""/>
              <a:tabLst>
                <a:tab pos="332105" algn="l"/>
              </a:tabLst>
            </a:pPr>
            <a:r>
              <a:rPr sz="2400" dirty="0">
                <a:latin typeface="Arial MT"/>
                <a:cs typeface="Arial MT"/>
              </a:rPr>
              <a:t>&lt;br/&gt;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-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Inserts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single</a:t>
            </a:r>
            <a:r>
              <a:rPr sz="2400" spc="-3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line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break</a:t>
            </a:r>
            <a:endParaRPr sz="2400">
              <a:latin typeface="Arial MT"/>
              <a:cs typeface="Arial MT"/>
            </a:endParaRPr>
          </a:p>
          <a:p>
            <a:pPr marL="332105" indent="-319405">
              <a:lnSpc>
                <a:spcPct val="100000"/>
              </a:lnSpc>
              <a:spcBef>
                <a:spcPts val="705"/>
              </a:spcBef>
              <a:buClr>
                <a:srgbClr val="DA1F28"/>
              </a:buClr>
              <a:buSzPct val="60416"/>
              <a:buFont typeface="Wingdings"/>
              <a:buChar char=""/>
              <a:tabLst>
                <a:tab pos="332105" algn="l"/>
              </a:tabLst>
            </a:pPr>
            <a:r>
              <a:rPr sz="2400" dirty="0">
                <a:latin typeface="Arial MT"/>
                <a:cs typeface="Arial MT"/>
              </a:rPr>
              <a:t>&lt;hr/&gt;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-</a:t>
            </a:r>
            <a:r>
              <a:rPr sz="2400" spc="-2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line</a:t>
            </a:r>
            <a:r>
              <a:rPr sz="2400" spc="-2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in</a:t>
            </a:r>
            <a:r>
              <a:rPr sz="2400" spc="-20" dirty="0">
                <a:latin typeface="Arial MT"/>
                <a:cs typeface="Arial MT"/>
              </a:rPr>
              <a:t> text</a:t>
            </a:r>
            <a:endParaRPr sz="24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531876" rIns="0" bIns="0" rtlCol="0">
            <a:spAutoFit/>
          </a:bodyPr>
          <a:lstStyle/>
          <a:p>
            <a:pPr marL="2350770">
              <a:lnSpc>
                <a:spcPct val="100000"/>
              </a:lnSpc>
              <a:spcBef>
                <a:spcPts val="100"/>
              </a:spcBef>
            </a:pPr>
            <a:r>
              <a:rPr spc="-395" dirty="0"/>
              <a:t>Pre</a:t>
            </a:r>
            <a:r>
              <a:rPr spc="-60" dirty="0"/>
              <a:t> </a:t>
            </a:r>
            <a:r>
              <a:rPr dirty="0"/>
              <a:t>-</a:t>
            </a:r>
            <a:r>
              <a:rPr spc="-130" dirty="0"/>
              <a:t> </a:t>
            </a:r>
            <a:r>
              <a:rPr spc="-325" dirty="0"/>
              <a:t>Formatting</a:t>
            </a:r>
            <a:r>
              <a:rPr spc="-75" dirty="0"/>
              <a:t> </a:t>
            </a:r>
            <a:r>
              <a:rPr spc="-400" dirty="0"/>
              <a:t>Tag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44500" y="1196375"/>
            <a:ext cx="3656329" cy="1563370"/>
          </a:xfrm>
          <a:prstGeom prst="rect">
            <a:avLst/>
          </a:prstGeom>
        </p:spPr>
        <p:txBody>
          <a:bodyPr vert="horz" wrap="square" lIns="0" tIns="114935" rIns="0" bIns="0" rtlCol="0">
            <a:spAutoFit/>
          </a:bodyPr>
          <a:lstStyle/>
          <a:p>
            <a:pPr marL="286385" indent="-273685">
              <a:lnSpc>
                <a:spcPct val="100000"/>
              </a:lnSpc>
              <a:spcBef>
                <a:spcPts val="905"/>
              </a:spcBef>
              <a:buClr>
                <a:srgbClr val="2CA1BE"/>
              </a:buClr>
              <a:buSzPct val="68750"/>
              <a:buFont typeface="Wingdings"/>
              <a:buChar char=""/>
              <a:tabLst>
                <a:tab pos="286385" algn="l"/>
              </a:tabLst>
            </a:pPr>
            <a:r>
              <a:rPr sz="3200" b="1" spc="-10" dirty="0">
                <a:latin typeface="Arial"/>
                <a:cs typeface="Arial"/>
              </a:rPr>
              <a:t>&lt;pre&gt;</a:t>
            </a:r>
            <a:endParaRPr sz="3200">
              <a:latin typeface="Arial"/>
              <a:cs typeface="Arial"/>
            </a:endParaRPr>
          </a:p>
          <a:p>
            <a:pPr marL="560705" lvl="1" indent="-227965">
              <a:lnSpc>
                <a:spcPct val="100000"/>
              </a:lnSpc>
              <a:spcBef>
                <a:spcPts val="530"/>
              </a:spcBef>
              <a:buClr>
                <a:srgbClr val="DA1F28"/>
              </a:buClr>
              <a:buSzPct val="73809"/>
              <a:buFont typeface="Wingdings"/>
              <a:buChar char=""/>
              <a:tabLst>
                <a:tab pos="560705" algn="l"/>
              </a:tabLst>
            </a:pPr>
            <a:r>
              <a:rPr sz="2100" dirty="0">
                <a:latin typeface="Arial MT"/>
                <a:cs typeface="Arial MT"/>
              </a:rPr>
              <a:t>Defines</a:t>
            </a:r>
            <a:r>
              <a:rPr sz="2100" spc="-50" dirty="0">
                <a:latin typeface="Arial MT"/>
                <a:cs typeface="Arial MT"/>
              </a:rPr>
              <a:t> </a:t>
            </a:r>
            <a:r>
              <a:rPr sz="2100" spc="-10" dirty="0">
                <a:latin typeface="Arial MT"/>
                <a:cs typeface="Arial MT"/>
              </a:rPr>
              <a:t>pre-</a:t>
            </a:r>
            <a:r>
              <a:rPr sz="2100" dirty="0">
                <a:latin typeface="Arial MT"/>
                <a:cs typeface="Arial MT"/>
              </a:rPr>
              <a:t>formatted</a:t>
            </a:r>
            <a:r>
              <a:rPr sz="2100" spc="-25" dirty="0">
                <a:latin typeface="Arial MT"/>
                <a:cs typeface="Arial MT"/>
              </a:rPr>
              <a:t> </a:t>
            </a:r>
            <a:r>
              <a:rPr sz="2100" spc="-20" dirty="0">
                <a:latin typeface="Arial MT"/>
                <a:cs typeface="Arial MT"/>
              </a:rPr>
              <a:t>text</a:t>
            </a:r>
            <a:endParaRPr sz="2100">
              <a:latin typeface="Arial MT"/>
              <a:cs typeface="Arial MT"/>
            </a:endParaRPr>
          </a:p>
          <a:p>
            <a:pPr marL="286385" indent="-273685">
              <a:lnSpc>
                <a:spcPct val="100000"/>
              </a:lnSpc>
              <a:spcBef>
                <a:spcPts val="570"/>
              </a:spcBef>
              <a:buClr>
                <a:srgbClr val="2CA1BE"/>
              </a:buClr>
              <a:buSzPct val="68750"/>
              <a:buFont typeface="Wingdings"/>
              <a:buChar char=""/>
              <a:tabLst>
                <a:tab pos="286385" algn="l"/>
              </a:tabLst>
            </a:pPr>
            <a:r>
              <a:rPr sz="3200" b="1" spc="-10" dirty="0">
                <a:latin typeface="Arial"/>
                <a:cs typeface="Arial"/>
              </a:rPr>
              <a:t>&lt;/pre&gt;</a:t>
            </a:r>
            <a:endParaRPr sz="32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591439" rIns="0" bIns="0" rtlCol="0">
            <a:spAutoFit/>
          </a:bodyPr>
          <a:lstStyle/>
          <a:p>
            <a:pPr marL="622300">
              <a:lnSpc>
                <a:spcPct val="100000"/>
              </a:lnSpc>
              <a:spcBef>
                <a:spcPts val="95"/>
              </a:spcBef>
            </a:pPr>
            <a:r>
              <a:rPr sz="3800" b="0" spc="-520" dirty="0">
                <a:solidFill>
                  <a:srgbClr val="2B4976"/>
                </a:solidFill>
                <a:latin typeface="Arial MT"/>
                <a:cs typeface="Arial MT"/>
              </a:rPr>
              <a:t>HTML</a:t>
            </a:r>
            <a:r>
              <a:rPr sz="3800" b="0" spc="-10" dirty="0">
                <a:solidFill>
                  <a:srgbClr val="2B4976"/>
                </a:solidFill>
                <a:latin typeface="Arial MT"/>
                <a:cs typeface="Arial MT"/>
              </a:rPr>
              <a:t> </a:t>
            </a:r>
            <a:r>
              <a:rPr sz="3800" b="0" spc="-170" dirty="0">
                <a:solidFill>
                  <a:srgbClr val="2B4976"/>
                </a:solidFill>
                <a:latin typeface="Arial MT"/>
                <a:cs typeface="Arial MT"/>
              </a:rPr>
              <a:t>Quotation</a:t>
            </a:r>
            <a:r>
              <a:rPr sz="3800" b="0" spc="-95" dirty="0">
                <a:solidFill>
                  <a:srgbClr val="2B4976"/>
                </a:solidFill>
                <a:latin typeface="Arial MT"/>
                <a:cs typeface="Arial MT"/>
              </a:rPr>
              <a:t> </a:t>
            </a:r>
            <a:r>
              <a:rPr sz="3800" b="0" spc="-155" dirty="0">
                <a:solidFill>
                  <a:srgbClr val="2B4976"/>
                </a:solidFill>
                <a:latin typeface="Arial MT"/>
                <a:cs typeface="Arial MT"/>
              </a:rPr>
              <a:t>and</a:t>
            </a:r>
            <a:r>
              <a:rPr sz="3800" b="0" spc="-65" dirty="0">
                <a:solidFill>
                  <a:srgbClr val="2B4976"/>
                </a:solidFill>
                <a:latin typeface="Arial MT"/>
                <a:cs typeface="Arial MT"/>
              </a:rPr>
              <a:t> </a:t>
            </a:r>
            <a:r>
              <a:rPr sz="3800" b="0" spc="-145" dirty="0">
                <a:solidFill>
                  <a:srgbClr val="2B4976"/>
                </a:solidFill>
                <a:latin typeface="Arial MT"/>
                <a:cs typeface="Arial MT"/>
              </a:rPr>
              <a:t>Citation</a:t>
            </a:r>
            <a:r>
              <a:rPr sz="3800" b="0" spc="-45" dirty="0">
                <a:solidFill>
                  <a:srgbClr val="2B4976"/>
                </a:solidFill>
                <a:latin typeface="Arial MT"/>
                <a:cs typeface="Arial MT"/>
              </a:rPr>
              <a:t> </a:t>
            </a:r>
            <a:r>
              <a:rPr sz="3800" b="0" spc="-409" dirty="0">
                <a:solidFill>
                  <a:srgbClr val="2B4976"/>
                </a:solidFill>
                <a:latin typeface="Arial MT"/>
                <a:cs typeface="Arial MT"/>
              </a:rPr>
              <a:t>Elements</a:t>
            </a:r>
            <a:endParaRPr sz="3800">
              <a:latin typeface="Arial MT"/>
              <a:cs typeface="Arial M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764540" y="1403350"/>
            <a:ext cx="7844155" cy="29527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100"/>
              </a:spcBef>
              <a:buClr>
                <a:srgbClr val="DA1F28"/>
              </a:buClr>
              <a:buSzPct val="73809"/>
              <a:buFont typeface="Wingdings"/>
              <a:buChar char=""/>
              <a:tabLst>
                <a:tab pos="240665" algn="l"/>
              </a:tabLst>
            </a:pPr>
            <a:r>
              <a:rPr sz="2100" dirty="0">
                <a:latin typeface="Arial MT"/>
                <a:cs typeface="Arial MT"/>
              </a:rPr>
              <a:t>Abbr</a:t>
            </a:r>
            <a:r>
              <a:rPr sz="2100" spc="-55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-</a:t>
            </a:r>
            <a:r>
              <a:rPr sz="2100" spc="-10" dirty="0">
                <a:latin typeface="Arial MT"/>
                <a:cs typeface="Arial MT"/>
              </a:rPr>
              <a:t> </a:t>
            </a:r>
            <a:r>
              <a:rPr sz="2000" spc="-145" dirty="0">
                <a:latin typeface="Arial MT"/>
                <a:cs typeface="Arial MT"/>
              </a:rPr>
              <a:t>Defines</a:t>
            </a:r>
            <a:r>
              <a:rPr sz="2000" spc="-5" dirty="0">
                <a:latin typeface="Arial MT"/>
                <a:cs typeface="Arial MT"/>
              </a:rPr>
              <a:t> </a:t>
            </a:r>
            <a:r>
              <a:rPr sz="2000" spc="-140" dirty="0">
                <a:latin typeface="Arial MT"/>
                <a:cs typeface="Arial MT"/>
              </a:rPr>
              <a:t>an</a:t>
            </a:r>
            <a:r>
              <a:rPr sz="2000" spc="-15" dirty="0">
                <a:latin typeface="Arial MT"/>
                <a:cs typeface="Arial MT"/>
              </a:rPr>
              <a:t> </a:t>
            </a:r>
            <a:r>
              <a:rPr sz="2000" spc="-60" dirty="0">
                <a:latin typeface="Arial MT"/>
                <a:cs typeface="Arial MT"/>
              </a:rPr>
              <a:t>abbreviation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or</a:t>
            </a:r>
            <a:r>
              <a:rPr sz="2000" spc="-20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acronym</a:t>
            </a:r>
            <a:endParaRPr sz="2000">
              <a:latin typeface="Arial MT"/>
              <a:cs typeface="Arial MT"/>
            </a:endParaRPr>
          </a:p>
          <a:p>
            <a:pPr marL="240665" indent="-227965">
              <a:lnSpc>
                <a:spcPct val="100000"/>
              </a:lnSpc>
              <a:spcBef>
                <a:spcPts val="1720"/>
              </a:spcBef>
              <a:buClr>
                <a:srgbClr val="DA1F28"/>
              </a:buClr>
              <a:buSzPct val="75000"/>
              <a:buFont typeface="Wingdings"/>
              <a:buChar char=""/>
              <a:tabLst>
                <a:tab pos="240665" algn="l"/>
              </a:tabLst>
            </a:pPr>
            <a:r>
              <a:rPr sz="2000" dirty="0">
                <a:latin typeface="Arial MT"/>
                <a:cs typeface="Arial MT"/>
              </a:rPr>
              <a:t>Address</a:t>
            </a:r>
            <a:r>
              <a:rPr sz="2000" spc="-2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-</a:t>
            </a:r>
            <a:r>
              <a:rPr sz="2000" spc="-20" dirty="0">
                <a:latin typeface="Arial MT"/>
                <a:cs typeface="Arial MT"/>
              </a:rPr>
              <a:t> </a:t>
            </a:r>
            <a:r>
              <a:rPr sz="2000" spc="-145" dirty="0">
                <a:latin typeface="Arial MT"/>
                <a:cs typeface="Arial MT"/>
              </a:rPr>
              <a:t>Defines</a:t>
            </a:r>
            <a:r>
              <a:rPr sz="2000" spc="-15" dirty="0">
                <a:latin typeface="Arial MT"/>
                <a:cs typeface="Arial MT"/>
              </a:rPr>
              <a:t> </a:t>
            </a:r>
            <a:r>
              <a:rPr sz="2000" spc="-130" dirty="0">
                <a:latin typeface="Arial MT"/>
                <a:cs typeface="Arial MT"/>
              </a:rPr>
              <a:t>contact</a:t>
            </a:r>
            <a:r>
              <a:rPr sz="2000" spc="-5" dirty="0">
                <a:latin typeface="Arial MT"/>
                <a:cs typeface="Arial MT"/>
              </a:rPr>
              <a:t> </a:t>
            </a:r>
            <a:r>
              <a:rPr sz="2000" spc="-95" dirty="0">
                <a:latin typeface="Arial MT"/>
                <a:cs typeface="Arial MT"/>
              </a:rPr>
              <a:t>information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for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spc="-120" dirty="0">
                <a:latin typeface="Arial MT"/>
                <a:cs typeface="Arial MT"/>
              </a:rPr>
              <a:t>the</a:t>
            </a:r>
            <a:r>
              <a:rPr sz="2000" spc="-10" dirty="0">
                <a:latin typeface="Arial MT"/>
                <a:cs typeface="Arial MT"/>
              </a:rPr>
              <a:t> </a:t>
            </a:r>
            <a:r>
              <a:rPr sz="2000" spc="-65" dirty="0">
                <a:latin typeface="Arial MT"/>
                <a:cs typeface="Arial MT"/>
              </a:rPr>
              <a:t>author/owner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of</a:t>
            </a:r>
            <a:r>
              <a:rPr sz="2000" spc="4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</a:t>
            </a:r>
            <a:r>
              <a:rPr sz="2000" spc="-15" dirty="0">
                <a:latin typeface="Arial MT"/>
                <a:cs typeface="Arial MT"/>
              </a:rPr>
              <a:t> </a:t>
            </a:r>
            <a:r>
              <a:rPr sz="2000" spc="-114" dirty="0">
                <a:latin typeface="Arial MT"/>
                <a:cs typeface="Arial MT"/>
              </a:rPr>
              <a:t>document</a:t>
            </a:r>
            <a:endParaRPr sz="2000">
              <a:latin typeface="Arial MT"/>
              <a:cs typeface="Arial MT"/>
            </a:endParaRPr>
          </a:p>
          <a:p>
            <a:pPr marL="240665" indent="-227965">
              <a:lnSpc>
                <a:spcPct val="100000"/>
              </a:lnSpc>
              <a:spcBef>
                <a:spcPts val="1705"/>
              </a:spcBef>
              <a:buClr>
                <a:srgbClr val="DA1F28"/>
              </a:buClr>
              <a:buSzPct val="75000"/>
              <a:buFont typeface="Wingdings"/>
              <a:buChar char=""/>
              <a:tabLst>
                <a:tab pos="240665" algn="l"/>
              </a:tabLst>
            </a:pPr>
            <a:r>
              <a:rPr sz="2000" dirty="0">
                <a:latin typeface="Arial MT"/>
                <a:cs typeface="Arial MT"/>
              </a:rPr>
              <a:t>Bdo</a:t>
            </a:r>
            <a:r>
              <a:rPr sz="2000" spc="-1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-</a:t>
            </a:r>
            <a:r>
              <a:rPr sz="2000" spc="-15" dirty="0">
                <a:latin typeface="Arial MT"/>
                <a:cs typeface="Arial MT"/>
              </a:rPr>
              <a:t> </a:t>
            </a:r>
            <a:r>
              <a:rPr sz="2000" spc="-145" dirty="0">
                <a:latin typeface="Arial MT"/>
                <a:cs typeface="Arial MT"/>
              </a:rPr>
              <a:t>Defines</a:t>
            </a:r>
            <a:r>
              <a:rPr sz="2000" spc="-15" dirty="0">
                <a:latin typeface="Arial MT"/>
                <a:cs typeface="Arial MT"/>
              </a:rPr>
              <a:t> </a:t>
            </a:r>
            <a:r>
              <a:rPr sz="2000" spc="-120" dirty="0">
                <a:latin typeface="Arial MT"/>
                <a:cs typeface="Arial MT"/>
              </a:rPr>
              <a:t>the</a:t>
            </a:r>
            <a:r>
              <a:rPr sz="2000" spc="-10" dirty="0">
                <a:latin typeface="Arial MT"/>
                <a:cs typeface="Arial MT"/>
              </a:rPr>
              <a:t> </a:t>
            </a:r>
            <a:r>
              <a:rPr sz="2000" spc="-40" dirty="0">
                <a:latin typeface="Arial MT"/>
                <a:cs typeface="Arial MT"/>
              </a:rPr>
              <a:t>text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direction</a:t>
            </a:r>
            <a:endParaRPr sz="2000">
              <a:latin typeface="Arial MT"/>
              <a:cs typeface="Arial MT"/>
            </a:endParaRPr>
          </a:p>
          <a:p>
            <a:pPr marL="240665" indent="-227965">
              <a:lnSpc>
                <a:spcPct val="100000"/>
              </a:lnSpc>
              <a:spcBef>
                <a:spcPts val="1700"/>
              </a:spcBef>
              <a:buClr>
                <a:srgbClr val="DA1F28"/>
              </a:buClr>
              <a:buSzPct val="75000"/>
              <a:buFont typeface="Wingdings"/>
              <a:buChar char=""/>
              <a:tabLst>
                <a:tab pos="240665" algn="l"/>
              </a:tabLst>
            </a:pPr>
            <a:r>
              <a:rPr sz="2000" spc="-140" dirty="0">
                <a:latin typeface="Arial MT"/>
                <a:cs typeface="Arial MT"/>
              </a:rPr>
              <a:t>Blockquote</a:t>
            </a:r>
            <a:r>
              <a:rPr sz="2000" dirty="0">
                <a:latin typeface="Arial MT"/>
                <a:cs typeface="Arial MT"/>
              </a:rPr>
              <a:t> - </a:t>
            </a:r>
            <a:r>
              <a:rPr sz="2000" spc="-145" dirty="0">
                <a:latin typeface="Arial MT"/>
                <a:cs typeface="Arial MT"/>
              </a:rPr>
              <a:t>Defines</a:t>
            </a:r>
            <a:r>
              <a:rPr sz="2000" spc="-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</a:t>
            </a:r>
            <a:r>
              <a:rPr sz="2000" spc="5" dirty="0">
                <a:latin typeface="Arial MT"/>
                <a:cs typeface="Arial MT"/>
              </a:rPr>
              <a:t> </a:t>
            </a:r>
            <a:r>
              <a:rPr sz="2000" spc="-160" dirty="0">
                <a:latin typeface="Arial MT"/>
                <a:cs typeface="Arial MT"/>
              </a:rPr>
              <a:t>section</a:t>
            </a:r>
            <a:r>
              <a:rPr sz="2000" spc="5" dirty="0">
                <a:latin typeface="Arial MT"/>
                <a:cs typeface="Arial MT"/>
              </a:rPr>
              <a:t> </a:t>
            </a:r>
            <a:r>
              <a:rPr sz="2000" spc="-55" dirty="0">
                <a:latin typeface="Arial MT"/>
                <a:cs typeface="Arial MT"/>
              </a:rPr>
              <a:t>that</a:t>
            </a:r>
            <a:r>
              <a:rPr sz="2000" spc="-15" dirty="0">
                <a:latin typeface="Arial MT"/>
                <a:cs typeface="Arial MT"/>
              </a:rPr>
              <a:t> </a:t>
            </a:r>
            <a:r>
              <a:rPr sz="2000" spc="-180" dirty="0">
                <a:latin typeface="Arial MT"/>
                <a:cs typeface="Arial MT"/>
              </a:rPr>
              <a:t>is</a:t>
            </a:r>
            <a:r>
              <a:rPr sz="2000" spc="5" dirty="0">
                <a:latin typeface="Arial MT"/>
                <a:cs typeface="Arial MT"/>
              </a:rPr>
              <a:t> </a:t>
            </a:r>
            <a:r>
              <a:rPr sz="2000" spc="-90" dirty="0">
                <a:latin typeface="Arial MT"/>
                <a:cs typeface="Arial MT"/>
              </a:rPr>
              <a:t>quoted</a:t>
            </a:r>
            <a:r>
              <a:rPr sz="2000" spc="-10" dirty="0">
                <a:latin typeface="Arial MT"/>
                <a:cs typeface="Arial MT"/>
              </a:rPr>
              <a:t> </a:t>
            </a:r>
            <a:r>
              <a:rPr sz="2000" spc="-85" dirty="0">
                <a:latin typeface="Arial MT"/>
                <a:cs typeface="Arial MT"/>
              </a:rPr>
              <a:t>from</a:t>
            </a:r>
            <a:r>
              <a:rPr sz="2000" spc="5" dirty="0">
                <a:latin typeface="Arial MT"/>
                <a:cs typeface="Arial MT"/>
              </a:rPr>
              <a:t> </a:t>
            </a:r>
            <a:r>
              <a:rPr sz="2000" spc="-110" dirty="0">
                <a:latin typeface="Arial MT"/>
                <a:cs typeface="Arial MT"/>
              </a:rPr>
              <a:t>another</a:t>
            </a:r>
            <a:r>
              <a:rPr sz="2000" spc="-10" dirty="0">
                <a:latin typeface="Arial MT"/>
                <a:cs typeface="Arial MT"/>
              </a:rPr>
              <a:t> source</a:t>
            </a:r>
            <a:endParaRPr sz="2000">
              <a:latin typeface="Arial MT"/>
              <a:cs typeface="Arial MT"/>
            </a:endParaRPr>
          </a:p>
          <a:p>
            <a:pPr marL="240665" indent="-227965">
              <a:lnSpc>
                <a:spcPct val="100000"/>
              </a:lnSpc>
              <a:spcBef>
                <a:spcPts val="1695"/>
              </a:spcBef>
              <a:buClr>
                <a:srgbClr val="DA1F28"/>
              </a:buClr>
              <a:buSzPct val="75000"/>
              <a:buFont typeface="Wingdings"/>
              <a:buChar char=""/>
              <a:tabLst>
                <a:tab pos="240665" algn="l"/>
              </a:tabLst>
            </a:pPr>
            <a:r>
              <a:rPr sz="2000" dirty="0">
                <a:latin typeface="Arial MT"/>
                <a:cs typeface="Arial MT"/>
              </a:rPr>
              <a:t>Cite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-</a:t>
            </a:r>
            <a:r>
              <a:rPr sz="2000" spc="-20" dirty="0">
                <a:latin typeface="Arial MT"/>
                <a:cs typeface="Arial MT"/>
              </a:rPr>
              <a:t> </a:t>
            </a:r>
            <a:r>
              <a:rPr sz="2000" spc="-145" dirty="0">
                <a:latin typeface="Arial MT"/>
                <a:cs typeface="Arial MT"/>
              </a:rPr>
              <a:t>Defines</a:t>
            </a:r>
            <a:r>
              <a:rPr sz="2000" spc="-15" dirty="0">
                <a:latin typeface="Arial MT"/>
                <a:cs typeface="Arial MT"/>
              </a:rPr>
              <a:t> </a:t>
            </a:r>
            <a:r>
              <a:rPr sz="2000" spc="-120" dirty="0">
                <a:latin typeface="Arial MT"/>
                <a:cs typeface="Arial MT"/>
              </a:rPr>
              <a:t>the</a:t>
            </a:r>
            <a:r>
              <a:rPr sz="2000" spc="-20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title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of</a:t>
            </a:r>
            <a:r>
              <a:rPr sz="2000" spc="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spc="-20" dirty="0">
                <a:latin typeface="Arial MT"/>
                <a:cs typeface="Arial MT"/>
              </a:rPr>
              <a:t>work</a:t>
            </a:r>
            <a:endParaRPr sz="2000">
              <a:latin typeface="Arial MT"/>
              <a:cs typeface="Arial MT"/>
            </a:endParaRPr>
          </a:p>
          <a:p>
            <a:pPr marL="240665" indent="-227965">
              <a:lnSpc>
                <a:spcPct val="100000"/>
              </a:lnSpc>
              <a:spcBef>
                <a:spcPts val="1705"/>
              </a:spcBef>
              <a:buClr>
                <a:srgbClr val="DA1F28"/>
              </a:buClr>
              <a:buSzPct val="75000"/>
              <a:buFont typeface="Wingdings"/>
              <a:buChar char=""/>
              <a:tabLst>
                <a:tab pos="240665" algn="l"/>
              </a:tabLst>
            </a:pPr>
            <a:r>
              <a:rPr sz="2000" dirty="0">
                <a:latin typeface="Arial MT"/>
                <a:cs typeface="Arial MT"/>
              </a:rPr>
              <a:t>Q</a:t>
            </a:r>
            <a:r>
              <a:rPr sz="2000" spc="-1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- </a:t>
            </a:r>
            <a:r>
              <a:rPr sz="2000" spc="-140" dirty="0">
                <a:latin typeface="Arial MT"/>
                <a:cs typeface="Arial MT"/>
              </a:rPr>
              <a:t>Defines</a:t>
            </a:r>
            <a:r>
              <a:rPr sz="2000" spc="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</a:t>
            </a:r>
            <a:r>
              <a:rPr sz="2000" spc="-10" dirty="0">
                <a:latin typeface="Arial MT"/>
                <a:cs typeface="Arial MT"/>
              </a:rPr>
              <a:t> </a:t>
            </a:r>
            <a:r>
              <a:rPr sz="2000" spc="-140" dirty="0">
                <a:latin typeface="Arial MT"/>
                <a:cs typeface="Arial MT"/>
              </a:rPr>
              <a:t>short</a:t>
            </a:r>
            <a:r>
              <a:rPr sz="2000" spc="-15" dirty="0">
                <a:latin typeface="Arial MT"/>
                <a:cs typeface="Arial MT"/>
              </a:rPr>
              <a:t> </a:t>
            </a:r>
            <a:r>
              <a:rPr sz="2000" spc="-110" dirty="0">
                <a:latin typeface="Arial MT"/>
                <a:cs typeface="Arial MT"/>
              </a:rPr>
              <a:t>inline</a:t>
            </a:r>
            <a:r>
              <a:rPr sz="2000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quotation</a:t>
            </a:r>
            <a:endParaRPr sz="20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634745" rIns="0" bIns="0" rtlCol="0">
            <a:spAutoFit/>
          </a:bodyPr>
          <a:lstStyle/>
          <a:p>
            <a:pPr marL="1146175">
              <a:lnSpc>
                <a:spcPct val="100000"/>
              </a:lnSpc>
              <a:spcBef>
                <a:spcPts val="100"/>
              </a:spcBef>
            </a:pPr>
            <a:r>
              <a:rPr sz="3600" dirty="0">
                <a:solidFill>
                  <a:srgbClr val="0F5666"/>
                </a:solidFill>
                <a:latin typeface="Ebrima"/>
                <a:cs typeface="Ebrima"/>
              </a:rPr>
              <a:t>HTML</a:t>
            </a:r>
            <a:r>
              <a:rPr sz="3600" spc="-65" dirty="0">
                <a:solidFill>
                  <a:srgbClr val="0F5666"/>
                </a:solidFill>
                <a:latin typeface="Ebrima"/>
                <a:cs typeface="Ebrima"/>
              </a:rPr>
              <a:t> </a:t>
            </a:r>
            <a:r>
              <a:rPr sz="3600" dirty="0">
                <a:solidFill>
                  <a:srgbClr val="0F5666"/>
                </a:solidFill>
                <a:latin typeface="Ebrima"/>
                <a:cs typeface="Ebrima"/>
              </a:rPr>
              <a:t>&lt;q&gt;</a:t>
            </a:r>
            <a:r>
              <a:rPr sz="3600" spc="-55" dirty="0">
                <a:solidFill>
                  <a:srgbClr val="0F5666"/>
                </a:solidFill>
                <a:latin typeface="Ebrima"/>
                <a:cs typeface="Ebrima"/>
              </a:rPr>
              <a:t> </a:t>
            </a:r>
            <a:r>
              <a:rPr sz="3600" dirty="0">
                <a:solidFill>
                  <a:srgbClr val="0F5666"/>
                </a:solidFill>
                <a:latin typeface="Ebrima"/>
                <a:cs typeface="Ebrima"/>
              </a:rPr>
              <a:t>for</a:t>
            </a:r>
            <a:r>
              <a:rPr sz="3600" spc="-55" dirty="0">
                <a:solidFill>
                  <a:srgbClr val="0F5666"/>
                </a:solidFill>
                <a:latin typeface="Ebrima"/>
                <a:cs typeface="Ebrima"/>
              </a:rPr>
              <a:t> </a:t>
            </a:r>
            <a:r>
              <a:rPr sz="3600" dirty="0">
                <a:solidFill>
                  <a:srgbClr val="0F5666"/>
                </a:solidFill>
                <a:latin typeface="Ebrima"/>
                <a:cs typeface="Ebrima"/>
              </a:rPr>
              <a:t>Short</a:t>
            </a:r>
            <a:r>
              <a:rPr sz="3600" spc="-60" dirty="0">
                <a:solidFill>
                  <a:srgbClr val="0F5666"/>
                </a:solidFill>
                <a:latin typeface="Ebrima"/>
                <a:cs typeface="Ebrima"/>
              </a:rPr>
              <a:t> </a:t>
            </a:r>
            <a:r>
              <a:rPr sz="3600" spc="-10" dirty="0">
                <a:solidFill>
                  <a:srgbClr val="0F5666"/>
                </a:solidFill>
                <a:latin typeface="Ebrima"/>
                <a:cs typeface="Ebrima"/>
              </a:rPr>
              <a:t>Quotations</a:t>
            </a:r>
            <a:endParaRPr sz="3600">
              <a:latin typeface="Ebrima"/>
              <a:cs typeface="Ebrim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78739" y="1221231"/>
            <a:ext cx="8884920" cy="2290445"/>
          </a:xfrm>
          <a:prstGeom prst="rect">
            <a:avLst/>
          </a:prstGeom>
        </p:spPr>
        <p:txBody>
          <a:bodyPr vert="horz" wrap="square" lIns="0" tIns="927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30"/>
              </a:spcBef>
            </a:pPr>
            <a:r>
              <a:rPr sz="2400" u="sng" dirty="0">
                <a:uFill>
                  <a:solidFill>
                    <a:srgbClr val="000000"/>
                  </a:solidFill>
                </a:uFill>
                <a:latin typeface="Ebrima"/>
                <a:cs typeface="Ebrima"/>
              </a:rPr>
              <a:t>Browsers</a:t>
            </a:r>
            <a:r>
              <a:rPr sz="2400" u="sng" spc="-65" dirty="0">
                <a:uFill>
                  <a:solidFill>
                    <a:srgbClr val="000000"/>
                  </a:solidFill>
                </a:uFill>
                <a:latin typeface="Ebrima"/>
                <a:cs typeface="Ebrima"/>
              </a:rPr>
              <a:t> </a:t>
            </a:r>
            <a:r>
              <a:rPr sz="2400" u="sng" dirty="0">
                <a:uFill>
                  <a:solidFill>
                    <a:srgbClr val="000000"/>
                  </a:solidFill>
                </a:uFill>
                <a:latin typeface="Ebrima"/>
                <a:cs typeface="Ebrima"/>
              </a:rPr>
              <a:t>usually</a:t>
            </a:r>
            <a:r>
              <a:rPr sz="2400" u="sng" spc="-30" dirty="0">
                <a:uFill>
                  <a:solidFill>
                    <a:srgbClr val="000000"/>
                  </a:solidFill>
                </a:uFill>
                <a:latin typeface="Ebrima"/>
                <a:cs typeface="Ebrima"/>
              </a:rPr>
              <a:t> </a:t>
            </a:r>
            <a:r>
              <a:rPr sz="2400" u="sng" dirty="0">
                <a:uFill>
                  <a:solidFill>
                    <a:srgbClr val="000000"/>
                  </a:solidFill>
                </a:uFill>
                <a:latin typeface="Ebrima"/>
                <a:cs typeface="Ebrima"/>
              </a:rPr>
              <a:t>insert</a:t>
            </a:r>
            <a:r>
              <a:rPr sz="2400" u="sng" spc="-60" dirty="0">
                <a:uFill>
                  <a:solidFill>
                    <a:srgbClr val="000000"/>
                  </a:solidFill>
                </a:uFill>
                <a:latin typeface="Ebrima"/>
                <a:cs typeface="Ebrima"/>
              </a:rPr>
              <a:t> </a:t>
            </a:r>
            <a:r>
              <a:rPr sz="2400" u="sng" dirty="0">
                <a:uFill>
                  <a:solidFill>
                    <a:srgbClr val="000000"/>
                  </a:solidFill>
                </a:uFill>
                <a:latin typeface="Ebrima"/>
                <a:cs typeface="Ebrima"/>
              </a:rPr>
              <a:t>quotation</a:t>
            </a:r>
            <a:r>
              <a:rPr sz="2400" u="sng" spc="-30" dirty="0">
                <a:uFill>
                  <a:solidFill>
                    <a:srgbClr val="000000"/>
                  </a:solidFill>
                </a:uFill>
                <a:latin typeface="Ebrima"/>
                <a:cs typeface="Ebrima"/>
              </a:rPr>
              <a:t> </a:t>
            </a:r>
            <a:r>
              <a:rPr sz="2400" u="sng" dirty="0">
                <a:uFill>
                  <a:solidFill>
                    <a:srgbClr val="000000"/>
                  </a:solidFill>
                </a:uFill>
                <a:latin typeface="Ebrima"/>
                <a:cs typeface="Ebrima"/>
              </a:rPr>
              <a:t>marks</a:t>
            </a:r>
            <a:r>
              <a:rPr sz="2400" u="sng" spc="-70" dirty="0">
                <a:uFill>
                  <a:solidFill>
                    <a:srgbClr val="000000"/>
                  </a:solidFill>
                </a:uFill>
                <a:latin typeface="Ebrima"/>
                <a:cs typeface="Ebrima"/>
              </a:rPr>
              <a:t> </a:t>
            </a:r>
            <a:r>
              <a:rPr sz="2400" u="sng" dirty="0">
                <a:uFill>
                  <a:solidFill>
                    <a:srgbClr val="000000"/>
                  </a:solidFill>
                </a:uFill>
                <a:latin typeface="Ebrima"/>
                <a:cs typeface="Ebrima"/>
              </a:rPr>
              <a:t>around</a:t>
            </a:r>
            <a:r>
              <a:rPr sz="2400" u="sng" spc="-35" dirty="0">
                <a:uFill>
                  <a:solidFill>
                    <a:srgbClr val="000000"/>
                  </a:solidFill>
                </a:uFill>
                <a:latin typeface="Ebrima"/>
                <a:cs typeface="Ebrima"/>
              </a:rPr>
              <a:t> </a:t>
            </a:r>
            <a:r>
              <a:rPr sz="2400" u="sng" dirty="0">
                <a:uFill>
                  <a:solidFill>
                    <a:srgbClr val="000000"/>
                  </a:solidFill>
                </a:uFill>
                <a:latin typeface="Ebrima"/>
                <a:cs typeface="Ebrima"/>
              </a:rPr>
              <a:t>the</a:t>
            </a:r>
            <a:r>
              <a:rPr sz="2400" u="sng" spc="-55" dirty="0">
                <a:uFill>
                  <a:solidFill>
                    <a:srgbClr val="000000"/>
                  </a:solidFill>
                </a:uFill>
                <a:latin typeface="Ebrima"/>
                <a:cs typeface="Ebrima"/>
              </a:rPr>
              <a:t> </a:t>
            </a:r>
            <a:r>
              <a:rPr sz="2400" u="sng" dirty="0">
                <a:uFill>
                  <a:solidFill>
                    <a:srgbClr val="000000"/>
                  </a:solidFill>
                </a:uFill>
                <a:latin typeface="Ebrima"/>
                <a:cs typeface="Ebrima"/>
              </a:rPr>
              <a:t>&lt;q&gt;</a:t>
            </a:r>
            <a:r>
              <a:rPr sz="2400" u="sng" spc="-65" dirty="0">
                <a:uFill>
                  <a:solidFill>
                    <a:srgbClr val="000000"/>
                  </a:solidFill>
                </a:uFill>
                <a:latin typeface="Ebrima"/>
                <a:cs typeface="Ebrima"/>
              </a:rPr>
              <a:t> </a:t>
            </a:r>
            <a:r>
              <a:rPr sz="2400" u="sng" spc="-10" dirty="0">
                <a:uFill>
                  <a:solidFill>
                    <a:srgbClr val="000000"/>
                  </a:solidFill>
                </a:uFill>
                <a:latin typeface="Ebrima"/>
                <a:cs typeface="Ebrima"/>
              </a:rPr>
              <a:t>element.</a:t>
            </a:r>
            <a:endParaRPr sz="2400">
              <a:latin typeface="Ebrima"/>
              <a:cs typeface="Ebrima"/>
            </a:endParaRPr>
          </a:p>
          <a:p>
            <a:pPr marL="12700">
              <a:lnSpc>
                <a:spcPct val="100000"/>
              </a:lnSpc>
              <a:spcBef>
                <a:spcPts val="630"/>
              </a:spcBef>
            </a:pPr>
            <a:r>
              <a:rPr sz="2400" b="1" spc="-65" dirty="0">
                <a:latin typeface="Arial"/>
                <a:cs typeface="Arial"/>
              </a:rPr>
              <a:t>Example:</a:t>
            </a:r>
            <a:endParaRPr sz="24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775"/>
              </a:spcBef>
            </a:pPr>
            <a:r>
              <a:rPr sz="2400" dirty="0">
                <a:latin typeface="Ebrima"/>
                <a:cs typeface="Ebrima"/>
              </a:rPr>
              <a:t>&lt;p&gt;</a:t>
            </a:r>
            <a:r>
              <a:rPr sz="2400" spc="-25" dirty="0">
                <a:latin typeface="Ebrima"/>
                <a:cs typeface="Ebrima"/>
              </a:rPr>
              <a:t> </a:t>
            </a:r>
            <a:r>
              <a:rPr sz="2400" dirty="0">
                <a:latin typeface="Ebrima"/>
                <a:cs typeface="Ebrima"/>
              </a:rPr>
              <a:t>WWF's</a:t>
            </a:r>
            <a:r>
              <a:rPr sz="2400" spc="-50" dirty="0">
                <a:latin typeface="Ebrima"/>
                <a:cs typeface="Ebrima"/>
              </a:rPr>
              <a:t> </a:t>
            </a:r>
            <a:r>
              <a:rPr sz="2400" dirty="0">
                <a:latin typeface="Ebrima"/>
                <a:cs typeface="Ebrima"/>
              </a:rPr>
              <a:t>goal</a:t>
            </a:r>
            <a:r>
              <a:rPr sz="2400" spc="-10" dirty="0">
                <a:latin typeface="Ebrima"/>
                <a:cs typeface="Ebrima"/>
              </a:rPr>
              <a:t> </a:t>
            </a:r>
            <a:r>
              <a:rPr sz="2400" dirty="0">
                <a:latin typeface="Ebrima"/>
                <a:cs typeface="Ebrima"/>
              </a:rPr>
              <a:t>is</a:t>
            </a:r>
            <a:r>
              <a:rPr sz="2400" spc="-25" dirty="0">
                <a:latin typeface="Ebrima"/>
                <a:cs typeface="Ebrima"/>
              </a:rPr>
              <a:t> to:</a:t>
            </a:r>
            <a:endParaRPr sz="2400">
              <a:latin typeface="Ebrima"/>
              <a:cs typeface="Ebrima"/>
            </a:endParaRPr>
          </a:p>
          <a:p>
            <a:pPr marL="12700">
              <a:lnSpc>
                <a:spcPct val="100000"/>
              </a:lnSpc>
              <a:spcBef>
                <a:spcPts val="695"/>
              </a:spcBef>
            </a:pPr>
            <a:r>
              <a:rPr sz="2400" dirty="0">
                <a:latin typeface="Ebrima"/>
                <a:cs typeface="Ebrima"/>
              </a:rPr>
              <a:t>&lt;q&gt;Build</a:t>
            </a:r>
            <a:r>
              <a:rPr sz="2400" spc="-45" dirty="0">
                <a:latin typeface="Ebrima"/>
                <a:cs typeface="Ebrima"/>
              </a:rPr>
              <a:t> </a:t>
            </a:r>
            <a:r>
              <a:rPr sz="2400" dirty="0">
                <a:latin typeface="Ebrima"/>
                <a:cs typeface="Ebrima"/>
              </a:rPr>
              <a:t>a</a:t>
            </a:r>
            <a:r>
              <a:rPr sz="2400" spc="-40" dirty="0">
                <a:latin typeface="Ebrima"/>
                <a:cs typeface="Ebrima"/>
              </a:rPr>
              <a:t> </a:t>
            </a:r>
            <a:r>
              <a:rPr sz="2400" dirty="0">
                <a:latin typeface="Ebrima"/>
                <a:cs typeface="Ebrima"/>
              </a:rPr>
              <a:t>future</a:t>
            </a:r>
            <a:r>
              <a:rPr sz="2400" spc="-40" dirty="0">
                <a:latin typeface="Ebrima"/>
                <a:cs typeface="Ebrima"/>
              </a:rPr>
              <a:t> </a:t>
            </a:r>
            <a:r>
              <a:rPr sz="2400" dirty="0">
                <a:latin typeface="Ebrima"/>
                <a:cs typeface="Ebrima"/>
              </a:rPr>
              <a:t>where</a:t>
            </a:r>
            <a:r>
              <a:rPr sz="2400" spc="-40" dirty="0">
                <a:latin typeface="Ebrima"/>
                <a:cs typeface="Ebrima"/>
              </a:rPr>
              <a:t> </a:t>
            </a:r>
            <a:r>
              <a:rPr sz="2400" dirty="0">
                <a:latin typeface="Ebrima"/>
                <a:cs typeface="Ebrima"/>
              </a:rPr>
              <a:t>people</a:t>
            </a:r>
            <a:r>
              <a:rPr sz="2400" spc="-40" dirty="0">
                <a:latin typeface="Ebrima"/>
                <a:cs typeface="Ebrima"/>
              </a:rPr>
              <a:t> </a:t>
            </a:r>
            <a:r>
              <a:rPr sz="2400" dirty="0">
                <a:latin typeface="Ebrima"/>
                <a:cs typeface="Ebrima"/>
              </a:rPr>
              <a:t>live</a:t>
            </a:r>
            <a:r>
              <a:rPr sz="2400" spc="-40" dirty="0">
                <a:latin typeface="Ebrima"/>
                <a:cs typeface="Ebrima"/>
              </a:rPr>
              <a:t> </a:t>
            </a:r>
            <a:r>
              <a:rPr sz="2400" dirty="0">
                <a:latin typeface="Ebrima"/>
                <a:cs typeface="Ebrima"/>
              </a:rPr>
              <a:t>in</a:t>
            </a:r>
            <a:r>
              <a:rPr sz="2400" spc="-35" dirty="0">
                <a:latin typeface="Ebrima"/>
                <a:cs typeface="Ebrima"/>
              </a:rPr>
              <a:t> </a:t>
            </a:r>
            <a:r>
              <a:rPr sz="2400" dirty="0">
                <a:latin typeface="Ebrima"/>
                <a:cs typeface="Ebrima"/>
              </a:rPr>
              <a:t>harmony</a:t>
            </a:r>
            <a:r>
              <a:rPr sz="2400" spc="-30" dirty="0">
                <a:latin typeface="Ebrima"/>
                <a:cs typeface="Ebrima"/>
              </a:rPr>
              <a:t> </a:t>
            </a:r>
            <a:r>
              <a:rPr sz="2400" dirty="0">
                <a:latin typeface="Ebrima"/>
                <a:cs typeface="Ebrima"/>
              </a:rPr>
              <a:t>with</a:t>
            </a:r>
            <a:r>
              <a:rPr sz="2400" spc="-30" dirty="0">
                <a:latin typeface="Ebrima"/>
                <a:cs typeface="Ebrima"/>
              </a:rPr>
              <a:t> </a:t>
            </a:r>
            <a:r>
              <a:rPr sz="2400" spc="-10" dirty="0">
                <a:latin typeface="Ebrima"/>
                <a:cs typeface="Ebrima"/>
              </a:rPr>
              <a:t>nature.&lt;/q&gt;</a:t>
            </a:r>
            <a:endParaRPr sz="2400">
              <a:latin typeface="Ebrima"/>
              <a:cs typeface="Ebrima"/>
            </a:endParaRPr>
          </a:p>
          <a:p>
            <a:pPr marL="12700">
              <a:lnSpc>
                <a:spcPct val="100000"/>
              </a:lnSpc>
              <a:spcBef>
                <a:spcPts val="705"/>
              </a:spcBef>
            </a:pPr>
            <a:r>
              <a:rPr sz="2400" spc="-20" dirty="0">
                <a:latin typeface="Ebrima"/>
                <a:cs typeface="Ebrima"/>
              </a:rPr>
              <a:t>&lt;/p&gt;</a:t>
            </a:r>
            <a:endParaRPr sz="2400">
              <a:latin typeface="Ebrima"/>
              <a:cs typeface="Ebrima"/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09804" rIns="0" bIns="0" rtlCol="0">
            <a:spAutoFit/>
          </a:bodyPr>
          <a:lstStyle/>
          <a:p>
            <a:pPr marL="3543935" marR="5080" indent="-1908810">
              <a:lnSpc>
                <a:spcPct val="100000"/>
              </a:lnSpc>
              <a:spcBef>
                <a:spcPts val="100"/>
              </a:spcBef>
            </a:pPr>
            <a:r>
              <a:rPr sz="3200" dirty="0">
                <a:solidFill>
                  <a:srgbClr val="0F5666"/>
                </a:solidFill>
                <a:latin typeface="Ebrima"/>
                <a:cs typeface="Ebrima"/>
              </a:rPr>
              <a:t>HTML</a:t>
            </a:r>
            <a:r>
              <a:rPr sz="3200" spc="-70" dirty="0">
                <a:solidFill>
                  <a:srgbClr val="0F5666"/>
                </a:solidFill>
                <a:latin typeface="Ebrima"/>
                <a:cs typeface="Ebrima"/>
              </a:rPr>
              <a:t> </a:t>
            </a:r>
            <a:r>
              <a:rPr sz="3200" dirty="0">
                <a:solidFill>
                  <a:srgbClr val="0F5666"/>
                </a:solidFill>
                <a:latin typeface="Ebrima"/>
                <a:cs typeface="Ebrima"/>
              </a:rPr>
              <a:t>&lt;</a:t>
            </a:r>
            <a:r>
              <a:rPr sz="3200" spc="-70" dirty="0">
                <a:solidFill>
                  <a:srgbClr val="0F5666"/>
                </a:solidFill>
                <a:latin typeface="Ebrima"/>
                <a:cs typeface="Ebrima"/>
              </a:rPr>
              <a:t> </a:t>
            </a:r>
            <a:r>
              <a:rPr sz="3200" dirty="0">
                <a:solidFill>
                  <a:srgbClr val="16515F"/>
                </a:solidFill>
                <a:latin typeface="Ebrima"/>
                <a:cs typeface="Ebrima"/>
              </a:rPr>
              <a:t>blockquote</a:t>
            </a:r>
            <a:r>
              <a:rPr sz="3200" dirty="0">
                <a:solidFill>
                  <a:srgbClr val="0F5666"/>
                </a:solidFill>
                <a:latin typeface="Ebrima"/>
                <a:cs typeface="Ebrima"/>
              </a:rPr>
              <a:t>&gt;</a:t>
            </a:r>
            <a:r>
              <a:rPr sz="3200" spc="-40" dirty="0">
                <a:solidFill>
                  <a:srgbClr val="0F5666"/>
                </a:solidFill>
                <a:latin typeface="Ebrima"/>
                <a:cs typeface="Ebrima"/>
              </a:rPr>
              <a:t> </a:t>
            </a:r>
            <a:r>
              <a:rPr sz="3200" dirty="0">
                <a:solidFill>
                  <a:srgbClr val="0F5666"/>
                </a:solidFill>
                <a:latin typeface="Ebrima"/>
                <a:cs typeface="Ebrima"/>
              </a:rPr>
              <a:t>for</a:t>
            </a:r>
            <a:r>
              <a:rPr sz="3200" spc="-65" dirty="0">
                <a:solidFill>
                  <a:srgbClr val="0F5666"/>
                </a:solidFill>
                <a:latin typeface="Ebrima"/>
                <a:cs typeface="Ebrima"/>
              </a:rPr>
              <a:t> </a:t>
            </a:r>
            <a:r>
              <a:rPr sz="3200" spc="-10" dirty="0">
                <a:solidFill>
                  <a:srgbClr val="0F5666"/>
                </a:solidFill>
                <a:latin typeface="Ebrima"/>
                <a:cs typeface="Ebrima"/>
              </a:rPr>
              <a:t>Short Quotations</a:t>
            </a:r>
            <a:endParaRPr sz="3200">
              <a:latin typeface="Ebrima"/>
              <a:cs typeface="Ebrim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78739" y="1301241"/>
            <a:ext cx="8138795" cy="21875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Ebrima"/>
                <a:cs typeface="Ebrima"/>
              </a:rPr>
              <a:t>&lt;p&gt;Here</a:t>
            </a:r>
            <a:r>
              <a:rPr sz="2400" spc="-50" dirty="0">
                <a:latin typeface="Ebrima"/>
                <a:cs typeface="Ebrima"/>
              </a:rPr>
              <a:t> </a:t>
            </a:r>
            <a:r>
              <a:rPr sz="2400" dirty="0">
                <a:latin typeface="Ebrima"/>
                <a:cs typeface="Ebrima"/>
              </a:rPr>
              <a:t>is</a:t>
            </a:r>
            <a:r>
              <a:rPr sz="2400" spc="-35" dirty="0">
                <a:latin typeface="Ebrima"/>
                <a:cs typeface="Ebrima"/>
              </a:rPr>
              <a:t> </a:t>
            </a:r>
            <a:r>
              <a:rPr sz="2400" dirty="0">
                <a:latin typeface="Ebrima"/>
                <a:cs typeface="Ebrima"/>
              </a:rPr>
              <a:t>a</a:t>
            </a:r>
            <a:r>
              <a:rPr sz="2400" spc="-20" dirty="0">
                <a:latin typeface="Ebrima"/>
                <a:cs typeface="Ebrima"/>
              </a:rPr>
              <a:t> </a:t>
            </a:r>
            <a:r>
              <a:rPr sz="2400" dirty="0">
                <a:latin typeface="Ebrima"/>
                <a:cs typeface="Ebrima"/>
              </a:rPr>
              <a:t>quote</a:t>
            </a:r>
            <a:r>
              <a:rPr sz="2400" spc="-20" dirty="0">
                <a:latin typeface="Ebrima"/>
                <a:cs typeface="Ebrima"/>
              </a:rPr>
              <a:t> </a:t>
            </a:r>
            <a:r>
              <a:rPr sz="2400" dirty="0">
                <a:latin typeface="Ebrima"/>
                <a:cs typeface="Ebrima"/>
              </a:rPr>
              <a:t>from</a:t>
            </a:r>
            <a:r>
              <a:rPr sz="2400" spc="-35" dirty="0">
                <a:latin typeface="Ebrima"/>
                <a:cs typeface="Ebrima"/>
              </a:rPr>
              <a:t> </a:t>
            </a:r>
            <a:r>
              <a:rPr sz="2400" dirty="0">
                <a:latin typeface="Ebrima"/>
                <a:cs typeface="Ebrima"/>
              </a:rPr>
              <a:t>WWF's</a:t>
            </a:r>
            <a:r>
              <a:rPr sz="2400" spc="-35" dirty="0">
                <a:latin typeface="Ebrima"/>
                <a:cs typeface="Ebrima"/>
              </a:rPr>
              <a:t> </a:t>
            </a:r>
            <a:r>
              <a:rPr sz="2400" spc="-10" dirty="0">
                <a:latin typeface="Ebrima"/>
                <a:cs typeface="Ebrima"/>
              </a:rPr>
              <a:t>website:&lt;/p&gt;</a:t>
            </a:r>
            <a:endParaRPr sz="2400">
              <a:latin typeface="Ebrima"/>
              <a:cs typeface="Ebrima"/>
            </a:endParaRPr>
          </a:p>
          <a:p>
            <a:pPr>
              <a:lnSpc>
                <a:spcPct val="100000"/>
              </a:lnSpc>
              <a:spcBef>
                <a:spcPts val="320"/>
              </a:spcBef>
            </a:pPr>
            <a:endParaRPr sz="2400">
              <a:latin typeface="Ebrima"/>
              <a:cs typeface="Ebrima"/>
            </a:endParaRPr>
          </a:p>
          <a:p>
            <a:pPr marL="332740">
              <a:lnSpc>
                <a:spcPct val="100000"/>
              </a:lnSpc>
            </a:pPr>
            <a:r>
              <a:rPr sz="2400" dirty="0">
                <a:latin typeface="Ebrima"/>
                <a:cs typeface="Ebrima"/>
              </a:rPr>
              <a:t>&lt;blockquote</a:t>
            </a:r>
            <a:r>
              <a:rPr sz="2400" spc="-100" dirty="0">
                <a:latin typeface="Ebrima"/>
                <a:cs typeface="Ebrima"/>
              </a:rPr>
              <a:t> </a:t>
            </a:r>
            <a:r>
              <a:rPr sz="2000" spc="-10" dirty="0">
                <a:latin typeface="Ebrima"/>
                <a:cs typeface="Ebrima"/>
                <a:hlinkClick r:id="rId2"/>
              </a:rPr>
              <a:t>cite="http://www.worldwildlife.org/who/index.html"</a:t>
            </a:r>
            <a:r>
              <a:rPr sz="2000" spc="-10" dirty="0">
                <a:latin typeface="Ebrima"/>
                <a:cs typeface="Ebrima"/>
              </a:rPr>
              <a:t>&gt;</a:t>
            </a:r>
            <a:endParaRPr sz="2000">
              <a:latin typeface="Ebrima"/>
              <a:cs typeface="Ebrima"/>
            </a:endParaRPr>
          </a:p>
          <a:p>
            <a:pPr marL="332740" marR="1080770">
              <a:lnSpc>
                <a:spcPct val="100000"/>
              </a:lnSpc>
              <a:spcBef>
                <a:spcPts val="15"/>
              </a:spcBef>
            </a:pPr>
            <a:r>
              <a:rPr sz="2000" dirty="0">
                <a:latin typeface="Ebrima"/>
                <a:cs typeface="Ebrima"/>
              </a:rPr>
              <a:t>For</a:t>
            </a:r>
            <a:r>
              <a:rPr sz="2000" spc="-30" dirty="0">
                <a:latin typeface="Ebrima"/>
                <a:cs typeface="Ebrima"/>
              </a:rPr>
              <a:t> </a:t>
            </a:r>
            <a:r>
              <a:rPr sz="2000" dirty="0">
                <a:latin typeface="Ebrima"/>
                <a:cs typeface="Ebrima"/>
              </a:rPr>
              <a:t>50</a:t>
            </a:r>
            <a:r>
              <a:rPr sz="2000" spc="-40" dirty="0">
                <a:latin typeface="Ebrima"/>
                <a:cs typeface="Ebrima"/>
              </a:rPr>
              <a:t> </a:t>
            </a:r>
            <a:r>
              <a:rPr sz="2000" dirty="0">
                <a:latin typeface="Ebrima"/>
                <a:cs typeface="Ebrima"/>
              </a:rPr>
              <a:t>years,</a:t>
            </a:r>
            <a:r>
              <a:rPr sz="2000" spc="-30" dirty="0">
                <a:latin typeface="Ebrima"/>
                <a:cs typeface="Ebrima"/>
              </a:rPr>
              <a:t> </a:t>
            </a:r>
            <a:r>
              <a:rPr sz="2000" dirty="0">
                <a:latin typeface="Ebrima"/>
                <a:cs typeface="Ebrima"/>
              </a:rPr>
              <a:t>WWF</a:t>
            </a:r>
            <a:r>
              <a:rPr sz="2000" spc="-40" dirty="0">
                <a:latin typeface="Ebrima"/>
                <a:cs typeface="Ebrima"/>
              </a:rPr>
              <a:t> </a:t>
            </a:r>
            <a:r>
              <a:rPr sz="2000" dirty="0">
                <a:latin typeface="Ebrima"/>
                <a:cs typeface="Ebrima"/>
              </a:rPr>
              <a:t>has</a:t>
            </a:r>
            <a:r>
              <a:rPr sz="2000" spc="-40" dirty="0">
                <a:latin typeface="Ebrima"/>
                <a:cs typeface="Ebrima"/>
              </a:rPr>
              <a:t> </a:t>
            </a:r>
            <a:r>
              <a:rPr sz="2000" dirty="0">
                <a:latin typeface="Ebrima"/>
                <a:cs typeface="Ebrima"/>
              </a:rPr>
              <a:t>been</a:t>
            </a:r>
            <a:r>
              <a:rPr sz="2000" spc="-15" dirty="0">
                <a:latin typeface="Ebrima"/>
                <a:cs typeface="Ebrima"/>
              </a:rPr>
              <a:t> </a:t>
            </a:r>
            <a:r>
              <a:rPr sz="2000" dirty="0">
                <a:latin typeface="Ebrima"/>
                <a:cs typeface="Ebrima"/>
              </a:rPr>
              <a:t>protecting</a:t>
            </a:r>
            <a:r>
              <a:rPr sz="2000" spc="-20" dirty="0">
                <a:latin typeface="Ebrima"/>
                <a:cs typeface="Ebrima"/>
              </a:rPr>
              <a:t> </a:t>
            </a:r>
            <a:r>
              <a:rPr sz="2000" dirty="0">
                <a:latin typeface="Ebrima"/>
                <a:cs typeface="Ebrima"/>
              </a:rPr>
              <a:t>the</a:t>
            </a:r>
            <a:r>
              <a:rPr sz="2000" spc="-30" dirty="0">
                <a:latin typeface="Ebrima"/>
                <a:cs typeface="Ebrima"/>
              </a:rPr>
              <a:t> </a:t>
            </a:r>
            <a:r>
              <a:rPr sz="2000" dirty="0">
                <a:latin typeface="Ebrima"/>
                <a:cs typeface="Ebrima"/>
              </a:rPr>
              <a:t>future</a:t>
            </a:r>
            <a:r>
              <a:rPr sz="2000" spc="-10" dirty="0">
                <a:latin typeface="Ebrima"/>
                <a:cs typeface="Ebrima"/>
              </a:rPr>
              <a:t> </a:t>
            </a:r>
            <a:r>
              <a:rPr sz="2000" dirty="0">
                <a:latin typeface="Ebrima"/>
                <a:cs typeface="Ebrima"/>
              </a:rPr>
              <a:t>of</a:t>
            </a:r>
            <a:r>
              <a:rPr sz="2000" spc="-35" dirty="0">
                <a:latin typeface="Ebrima"/>
                <a:cs typeface="Ebrima"/>
              </a:rPr>
              <a:t> </a:t>
            </a:r>
            <a:r>
              <a:rPr sz="2000" spc="-10" dirty="0">
                <a:latin typeface="Ebrima"/>
                <a:cs typeface="Ebrima"/>
              </a:rPr>
              <a:t>nature. </a:t>
            </a:r>
            <a:r>
              <a:rPr sz="2000" dirty="0">
                <a:latin typeface="Ebrima"/>
                <a:cs typeface="Ebrima"/>
              </a:rPr>
              <a:t>The</a:t>
            </a:r>
            <a:r>
              <a:rPr sz="2000" spc="-65" dirty="0">
                <a:latin typeface="Ebrima"/>
                <a:cs typeface="Ebrima"/>
              </a:rPr>
              <a:t> </a:t>
            </a:r>
            <a:r>
              <a:rPr sz="2000" dirty="0">
                <a:latin typeface="Ebrima"/>
                <a:cs typeface="Ebrima"/>
              </a:rPr>
              <a:t>world's</a:t>
            </a:r>
            <a:r>
              <a:rPr sz="2000" spc="-55" dirty="0">
                <a:latin typeface="Ebrima"/>
                <a:cs typeface="Ebrima"/>
              </a:rPr>
              <a:t> </a:t>
            </a:r>
            <a:r>
              <a:rPr sz="2000" dirty="0">
                <a:latin typeface="Ebrima"/>
                <a:cs typeface="Ebrima"/>
              </a:rPr>
              <a:t>leading</a:t>
            </a:r>
            <a:r>
              <a:rPr sz="2000" spc="-65" dirty="0">
                <a:latin typeface="Ebrima"/>
                <a:cs typeface="Ebrima"/>
              </a:rPr>
              <a:t> </a:t>
            </a:r>
            <a:r>
              <a:rPr sz="2000" dirty="0">
                <a:latin typeface="Ebrima"/>
                <a:cs typeface="Ebrima"/>
              </a:rPr>
              <a:t>conservation</a:t>
            </a:r>
            <a:r>
              <a:rPr sz="2000" spc="-50" dirty="0">
                <a:latin typeface="Ebrima"/>
                <a:cs typeface="Ebrima"/>
              </a:rPr>
              <a:t> </a:t>
            </a:r>
            <a:r>
              <a:rPr sz="2000" spc="-10" dirty="0">
                <a:latin typeface="Ebrima"/>
                <a:cs typeface="Ebrima"/>
              </a:rPr>
              <a:t>organization.</a:t>
            </a:r>
            <a:endParaRPr sz="2000">
              <a:latin typeface="Ebrima"/>
              <a:cs typeface="Ebrima"/>
            </a:endParaRPr>
          </a:p>
          <a:p>
            <a:pPr marL="332740">
              <a:lnSpc>
                <a:spcPts val="2870"/>
              </a:lnSpc>
            </a:pPr>
            <a:r>
              <a:rPr sz="2400" spc="-10" dirty="0">
                <a:latin typeface="Ebrima"/>
                <a:cs typeface="Ebrima"/>
              </a:rPr>
              <a:t>&lt;/blockquote&gt;</a:t>
            </a:r>
            <a:endParaRPr sz="2400">
              <a:latin typeface="Ebrima"/>
              <a:cs typeface="Ebrima"/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634745" rIns="0" bIns="0" rtlCol="0">
            <a:spAutoFit/>
          </a:bodyPr>
          <a:lstStyle/>
          <a:p>
            <a:pPr marL="1129665">
              <a:lnSpc>
                <a:spcPct val="100000"/>
              </a:lnSpc>
              <a:spcBef>
                <a:spcPts val="100"/>
              </a:spcBef>
            </a:pPr>
            <a:r>
              <a:rPr sz="3600" dirty="0">
                <a:solidFill>
                  <a:srgbClr val="0F5666"/>
                </a:solidFill>
                <a:latin typeface="Ebrima"/>
                <a:cs typeface="Ebrima"/>
              </a:rPr>
              <a:t>HTML</a:t>
            </a:r>
            <a:r>
              <a:rPr sz="3600" spc="-90" dirty="0">
                <a:solidFill>
                  <a:srgbClr val="0F5666"/>
                </a:solidFill>
                <a:latin typeface="Ebrima"/>
                <a:cs typeface="Ebrima"/>
              </a:rPr>
              <a:t> </a:t>
            </a:r>
            <a:r>
              <a:rPr sz="3600" dirty="0">
                <a:solidFill>
                  <a:srgbClr val="0F5666"/>
                </a:solidFill>
                <a:latin typeface="Ebrima"/>
                <a:cs typeface="Ebrima"/>
              </a:rPr>
              <a:t>&lt;abbr&gt;</a:t>
            </a:r>
            <a:r>
              <a:rPr sz="3600" spc="-70" dirty="0">
                <a:solidFill>
                  <a:srgbClr val="0F5666"/>
                </a:solidFill>
                <a:latin typeface="Ebrima"/>
                <a:cs typeface="Ebrima"/>
              </a:rPr>
              <a:t> </a:t>
            </a:r>
            <a:r>
              <a:rPr sz="3600" dirty="0">
                <a:solidFill>
                  <a:srgbClr val="0F5666"/>
                </a:solidFill>
                <a:latin typeface="Ebrima"/>
                <a:cs typeface="Ebrima"/>
              </a:rPr>
              <a:t>for</a:t>
            </a:r>
            <a:r>
              <a:rPr sz="3600" spc="-85" dirty="0">
                <a:solidFill>
                  <a:srgbClr val="0F5666"/>
                </a:solidFill>
                <a:latin typeface="Ebrima"/>
                <a:cs typeface="Ebrima"/>
              </a:rPr>
              <a:t> </a:t>
            </a:r>
            <a:r>
              <a:rPr sz="3600" spc="-10" dirty="0">
                <a:solidFill>
                  <a:srgbClr val="0F5666"/>
                </a:solidFill>
                <a:latin typeface="Ebrima"/>
                <a:cs typeface="Ebrima"/>
              </a:rPr>
              <a:t>Abbreviations</a:t>
            </a:r>
            <a:endParaRPr sz="3600">
              <a:latin typeface="Ebrima"/>
              <a:cs typeface="Ebrim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78739" y="1301241"/>
            <a:ext cx="8503920" cy="29419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32740" marR="5080" indent="-320040">
              <a:lnSpc>
                <a:spcPct val="100000"/>
              </a:lnSpc>
              <a:spcBef>
                <a:spcPts val="100"/>
              </a:spcBef>
            </a:pPr>
            <a:r>
              <a:rPr sz="2400" u="sng" dirty="0">
                <a:uFill>
                  <a:solidFill>
                    <a:srgbClr val="000000"/>
                  </a:solidFill>
                </a:uFill>
                <a:latin typeface="Ebrima"/>
                <a:cs typeface="Ebrima"/>
              </a:rPr>
              <a:t>Marking</a:t>
            </a:r>
            <a:r>
              <a:rPr sz="2400" u="sng" spc="-50" dirty="0">
                <a:uFill>
                  <a:solidFill>
                    <a:srgbClr val="000000"/>
                  </a:solidFill>
                </a:uFill>
                <a:latin typeface="Ebrima"/>
                <a:cs typeface="Ebrima"/>
              </a:rPr>
              <a:t> </a:t>
            </a:r>
            <a:r>
              <a:rPr sz="2400" u="sng" spc="-10" dirty="0">
                <a:uFill>
                  <a:solidFill>
                    <a:srgbClr val="000000"/>
                  </a:solidFill>
                </a:uFill>
                <a:latin typeface="Ebrima"/>
                <a:cs typeface="Ebrima"/>
              </a:rPr>
              <a:t>abbreviations</a:t>
            </a:r>
            <a:r>
              <a:rPr sz="2400" u="sng" spc="-35" dirty="0">
                <a:uFill>
                  <a:solidFill>
                    <a:srgbClr val="000000"/>
                  </a:solidFill>
                </a:uFill>
                <a:latin typeface="Ebrima"/>
                <a:cs typeface="Ebrima"/>
              </a:rPr>
              <a:t> </a:t>
            </a:r>
            <a:r>
              <a:rPr sz="2400" u="sng" dirty="0">
                <a:uFill>
                  <a:solidFill>
                    <a:srgbClr val="000000"/>
                  </a:solidFill>
                </a:uFill>
                <a:latin typeface="Ebrima"/>
                <a:cs typeface="Ebrima"/>
              </a:rPr>
              <a:t>can</a:t>
            </a:r>
            <a:r>
              <a:rPr sz="2400" u="sng" spc="-45" dirty="0">
                <a:uFill>
                  <a:solidFill>
                    <a:srgbClr val="000000"/>
                  </a:solidFill>
                </a:uFill>
                <a:latin typeface="Ebrima"/>
                <a:cs typeface="Ebrima"/>
              </a:rPr>
              <a:t> </a:t>
            </a:r>
            <a:r>
              <a:rPr sz="2400" u="sng" dirty="0">
                <a:uFill>
                  <a:solidFill>
                    <a:srgbClr val="000000"/>
                  </a:solidFill>
                </a:uFill>
                <a:latin typeface="Ebrima"/>
                <a:cs typeface="Ebrima"/>
              </a:rPr>
              <a:t>give</a:t>
            </a:r>
            <a:r>
              <a:rPr sz="2400" u="sng" spc="-50" dirty="0">
                <a:uFill>
                  <a:solidFill>
                    <a:srgbClr val="000000"/>
                  </a:solidFill>
                </a:uFill>
                <a:latin typeface="Ebrima"/>
                <a:cs typeface="Ebrima"/>
              </a:rPr>
              <a:t> </a:t>
            </a:r>
            <a:r>
              <a:rPr sz="2400" u="sng" dirty="0">
                <a:uFill>
                  <a:solidFill>
                    <a:srgbClr val="000000"/>
                  </a:solidFill>
                </a:uFill>
                <a:latin typeface="Ebrima"/>
                <a:cs typeface="Ebrima"/>
              </a:rPr>
              <a:t>useful</a:t>
            </a:r>
            <a:r>
              <a:rPr sz="2400" u="sng" spc="-50" dirty="0">
                <a:uFill>
                  <a:solidFill>
                    <a:srgbClr val="000000"/>
                  </a:solidFill>
                </a:uFill>
                <a:latin typeface="Ebrima"/>
                <a:cs typeface="Ebrima"/>
              </a:rPr>
              <a:t> </a:t>
            </a:r>
            <a:r>
              <a:rPr sz="2400" u="sng" dirty="0">
                <a:uFill>
                  <a:solidFill>
                    <a:srgbClr val="000000"/>
                  </a:solidFill>
                </a:uFill>
                <a:latin typeface="Ebrima"/>
                <a:cs typeface="Ebrima"/>
              </a:rPr>
              <a:t>information</a:t>
            </a:r>
            <a:r>
              <a:rPr sz="2400" u="sng" spc="-25" dirty="0">
                <a:uFill>
                  <a:solidFill>
                    <a:srgbClr val="000000"/>
                  </a:solidFill>
                </a:uFill>
                <a:latin typeface="Ebrima"/>
                <a:cs typeface="Ebrima"/>
              </a:rPr>
              <a:t> </a:t>
            </a:r>
            <a:r>
              <a:rPr sz="2400" u="sng" dirty="0">
                <a:uFill>
                  <a:solidFill>
                    <a:srgbClr val="000000"/>
                  </a:solidFill>
                </a:uFill>
                <a:latin typeface="Ebrima"/>
                <a:cs typeface="Ebrima"/>
              </a:rPr>
              <a:t>to</a:t>
            </a:r>
            <a:r>
              <a:rPr sz="2400" u="sng" spc="-45" dirty="0">
                <a:uFill>
                  <a:solidFill>
                    <a:srgbClr val="000000"/>
                  </a:solidFill>
                </a:uFill>
                <a:latin typeface="Ebrima"/>
                <a:cs typeface="Ebrima"/>
              </a:rPr>
              <a:t> </a:t>
            </a:r>
            <a:r>
              <a:rPr sz="2400" u="sng" spc="-10" dirty="0">
                <a:uFill>
                  <a:solidFill>
                    <a:srgbClr val="000000"/>
                  </a:solidFill>
                </a:uFill>
                <a:latin typeface="Ebrima"/>
                <a:cs typeface="Ebrima"/>
              </a:rPr>
              <a:t>browsers,</a:t>
            </a:r>
            <a:r>
              <a:rPr sz="2400" spc="-10" dirty="0">
                <a:latin typeface="Ebrima"/>
                <a:cs typeface="Ebrima"/>
              </a:rPr>
              <a:t> </a:t>
            </a:r>
            <a:r>
              <a:rPr sz="2400" u="sng" dirty="0">
                <a:uFill>
                  <a:solidFill>
                    <a:srgbClr val="000000"/>
                  </a:solidFill>
                </a:uFill>
                <a:latin typeface="Ebrima"/>
                <a:cs typeface="Ebrima"/>
              </a:rPr>
              <a:t>translation</a:t>
            </a:r>
            <a:r>
              <a:rPr sz="2400" u="sng" spc="-10" dirty="0">
                <a:uFill>
                  <a:solidFill>
                    <a:srgbClr val="000000"/>
                  </a:solidFill>
                </a:uFill>
                <a:latin typeface="Ebrima"/>
                <a:cs typeface="Ebrima"/>
              </a:rPr>
              <a:t> </a:t>
            </a:r>
            <a:r>
              <a:rPr sz="2400" u="sng" dirty="0">
                <a:uFill>
                  <a:solidFill>
                    <a:srgbClr val="000000"/>
                  </a:solidFill>
                </a:uFill>
                <a:latin typeface="Ebrima"/>
                <a:cs typeface="Ebrima"/>
              </a:rPr>
              <a:t>systems</a:t>
            </a:r>
            <a:r>
              <a:rPr sz="2400" u="sng" spc="-50" dirty="0">
                <a:uFill>
                  <a:solidFill>
                    <a:srgbClr val="000000"/>
                  </a:solidFill>
                </a:uFill>
                <a:latin typeface="Ebrima"/>
                <a:cs typeface="Ebrima"/>
              </a:rPr>
              <a:t> </a:t>
            </a:r>
            <a:r>
              <a:rPr sz="2400" u="sng" dirty="0">
                <a:uFill>
                  <a:solidFill>
                    <a:srgbClr val="000000"/>
                  </a:solidFill>
                </a:uFill>
                <a:latin typeface="Ebrima"/>
                <a:cs typeface="Ebrima"/>
              </a:rPr>
              <a:t>and</a:t>
            </a:r>
            <a:r>
              <a:rPr sz="2400" u="sng" spc="-15" dirty="0">
                <a:uFill>
                  <a:solidFill>
                    <a:srgbClr val="000000"/>
                  </a:solidFill>
                </a:uFill>
                <a:latin typeface="Ebrima"/>
                <a:cs typeface="Ebrima"/>
              </a:rPr>
              <a:t> </a:t>
            </a:r>
            <a:r>
              <a:rPr sz="2400" u="sng" spc="-20" dirty="0">
                <a:uFill>
                  <a:solidFill>
                    <a:srgbClr val="000000"/>
                  </a:solidFill>
                </a:uFill>
                <a:latin typeface="Ebrima"/>
                <a:cs typeface="Ebrima"/>
              </a:rPr>
              <a:t>search-</a:t>
            </a:r>
            <a:r>
              <a:rPr sz="2400" u="sng" spc="-10" dirty="0">
                <a:uFill>
                  <a:solidFill>
                    <a:srgbClr val="000000"/>
                  </a:solidFill>
                </a:uFill>
                <a:latin typeface="Ebrima"/>
                <a:cs typeface="Ebrima"/>
              </a:rPr>
              <a:t>engines.</a:t>
            </a:r>
            <a:endParaRPr sz="2400">
              <a:latin typeface="Ebrima"/>
              <a:cs typeface="Ebrima"/>
            </a:endParaRPr>
          </a:p>
          <a:p>
            <a:pPr>
              <a:lnSpc>
                <a:spcPct val="100000"/>
              </a:lnSpc>
              <a:spcBef>
                <a:spcPts val="1005"/>
              </a:spcBef>
            </a:pPr>
            <a:endParaRPr sz="2400">
              <a:latin typeface="Ebrima"/>
              <a:cs typeface="Ebrima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2400" b="1" spc="-10" dirty="0">
                <a:latin typeface="Ebrima"/>
                <a:cs typeface="Ebrima"/>
              </a:rPr>
              <a:t>Example:</a:t>
            </a:r>
            <a:endParaRPr sz="2400">
              <a:latin typeface="Ebrima"/>
              <a:cs typeface="Ebrima"/>
            </a:endParaRPr>
          </a:p>
          <a:p>
            <a:pPr marL="332740" marR="982980" indent="-320040">
              <a:lnSpc>
                <a:spcPct val="100000"/>
              </a:lnSpc>
              <a:spcBef>
                <a:spcPts val="700"/>
              </a:spcBef>
            </a:pPr>
            <a:r>
              <a:rPr sz="2400" dirty="0">
                <a:latin typeface="Ebrima"/>
                <a:cs typeface="Ebrima"/>
              </a:rPr>
              <a:t>&lt;p&gt;The</a:t>
            </a:r>
            <a:r>
              <a:rPr sz="2400" spc="-30" dirty="0">
                <a:latin typeface="Ebrima"/>
                <a:cs typeface="Ebrima"/>
              </a:rPr>
              <a:t> </a:t>
            </a:r>
            <a:r>
              <a:rPr sz="2400" b="1" dirty="0">
                <a:latin typeface="Ebrima"/>
                <a:cs typeface="Ebrima"/>
              </a:rPr>
              <a:t>&lt;abbr</a:t>
            </a:r>
            <a:r>
              <a:rPr sz="2400" b="1" spc="-40" dirty="0">
                <a:latin typeface="Ebrima"/>
                <a:cs typeface="Ebrima"/>
              </a:rPr>
              <a:t> </a:t>
            </a:r>
            <a:r>
              <a:rPr sz="2400" b="1" spc="-10" dirty="0">
                <a:latin typeface="Ebrima"/>
                <a:cs typeface="Ebrima"/>
              </a:rPr>
              <a:t>title="World</a:t>
            </a:r>
            <a:r>
              <a:rPr sz="2400" b="1" spc="-15" dirty="0">
                <a:latin typeface="Ebrima"/>
                <a:cs typeface="Ebrima"/>
              </a:rPr>
              <a:t> </a:t>
            </a:r>
            <a:r>
              <a:rPr sz="2400" b="1" spc="-10" dirty="0">
                <a:latin typeface="Ebrima"/>
                <a:cs typeface="Ebrima"/>
              </a:rPr>
              <a:t>Health Organization"&gt;WHO&lt;/abbr&gt;</a:t>
            </a:r>
            <a:r>
              <a:rPr sz="2400" b="1" spc="-65" dirty="0">
                <a:latin typeface="Ebrima"/>
                <a:cs typeface="Ebrima"/>
              </a:rPr>
              <a:t> </a:t>
            </a:r>
            <a:r>
              <a:rPr sz="2400" dirty="0">
                <a:latin typeface="Ebrima"/>
                <a:cs typeface="Ebrima"/>
              </a:rPr>
              <a:t>was</a:t>
            </a:r>
            <a:r>
              <a:rPr sz="2400" spc="-75" dirty="0">
                <a:latin typeface="Ebrima"/>
                <a:cs typeface="Ebrima"/>
              </a:rPr>
              <a:t> </a:t>
            </a:r>
            <a:r>
              <a:rPr sz="2400" dirty="0">
                <a:latin typeface="Ebrima"/>
                <a:cs typeface="Ebrima"/>
              </a:rPr>
              <a:t>founded</a:t>
            </a:r>
            <a:r>
              <a:rPr sz="2400" spc="-55" dirty="0">
                <a:latin typeface="Ebrima"/>
                <a:cs typeface="Ebrima"/>
              </a:rPr>
              <a:t> </a:t>
            </a:r>
            <a:r>
              <a:rPr sz="2400" dirty="0">
                <a:latin typeface="Ebrima"/>
                <a:cs typeface="Ebrima"/>
              </a:rPr>
              <a:t>in</a:t>
            </a:r>
            <a:r>
              <a:rPr sz="2400" spc="-55" dirty="0">
                <a:latin typeface="Ebrima"/>
                <a:cs typeface="Ebrima"/>
              </a:rPr>
              <a:t> </a:t>
            </a:r>
            <a:r>
              <a:rPr sz="2400" spc="-10" dirty="0">
                <a:latin typeface="Ebrima"/>
                <a:cs typeface="Ebrima"/>
              </a:rPr>
              <a:t>1948.</a:t>
            </a:r>
            <a:endParaRPr sz="2400">
              <a:latin typeface="Ebrima"/>
              <a:cs typeface="Ebrima"/>
            </a:endParaRPr>
          </a:p>
          <a:p>
            <a:pPr marL="12700">
              <a:lnSpc>
                <a:spcPct val="100000"/>
              </a:lnSpc>
              <a:spcBef>
                <a:spcPts val="715"/>
              </a:spcBef>
            </a:pPr>
            <a:r>
              <a:rPr sz="2400" spc="-20" dirty="0">
                <a:latin typeface="Ebrima"/>
                <a:cs typeface="Ebrima"/>
              </a:rPr>
              <a:t>&lt;/p&gt;</a:t>
            </a:r>
            <a:endParaRPr sz="2400">
              <a:latin typeface="Ebrima"/>
              <a:cs typeface="Ebrima"/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743839" rIns="0" bIns="0" rtlCol="0">
            <a:spAutoFit/>
          </a:bodyPr>
          <a:lstStyle/>
          <a:p>
            <a:pPr marL="622300">
              <a:lnSpc>
                <a:spcPct val="100000"/>
              </a:lnSpc>
              <a:spcBef>
                <a:spcPts val="95"/>
              </a:spcBef>
            </a:pPr>
            <a:r>
              <a:rPr sz="2900" dirty="0">
                <a:solidFill>
                  <a:srgbClr val="16515F"/>
                </a:solidFill>
                <a:latin typeface="Ebrima"/>
                <a:cs typeface="Ebrima"/>
              </a:rPr>
              <a:t>HTML</a:t>
            </a:r>
            <a:r>
              <a:rPr sz="2900" spc="-80" dirty="0">
                <a:solidFill>
                  <a:srgbClr val="16515F"/>
                </a:solidFill>
                <a:latin typeface="Ebrima"/>
                <a:cs typeface="Ebrima"/>
              </a:rPr>
              <a:t> </a:t>
            </a:r>
            <a:r>
              <a:rPr sz="2900" dirty="0">
                <a:solidFill>
                  <a:srgbClr val="16515F"/>
                </a:solidFill>
                <a:latin typeface="Ebrima"/>
                <a:cs typeface="Ebrima"/>
              </a:rPr>
              <a:t>&lt;address&gt;</a:t>
            </a:r>
            <a:r>
              <a:rPr sz="2900" spc="-75" dirty="0">
                <a:solidFill>
                  <a:srgbClr val="16515F"/>
                </a:solidFill>
                <a:latin typeface="Ebrima"/>
                <a:cs typeface="Ebrima"/>
              </a:rPr>
              <a:t> </a:t>
            </a:r>
            <a:r>
              <a:rPr sz="2900" dirty="0">
                <a:solidFill>
                  <a:srgbClr val="16515F"/>
                </a:solidFill>
                <a:latin typeface="Ebrima"/>
                <a:cs typeface="Ebrima"/>
              </a:rPr>
              <a:t>for</a:t>
            </a:r>
            <a:r>
              <a:rPr sz="2900" spc="-90" dirty="0">
                <a:solidFill>
                  <a:srgbClr val="16515F"/>
                </a:solidFill>
                <a:latin typeface="Ebrima"/>
                <a:cs typeface="Ebrima"/>
              </a:rPr>
              <a:t> </a:t>
            </a:r>
            <a:r>
              <a:rPr sz="2900" dirty="0">
                <a:solidFill>
                  <a:srgbClr val="16515F"/>
                </a:solidFill>
                <a:latin typeface="Ebrima"/>
                <a:cs typeface="Ebrima"/>
              </a:rPr>
              <a:t>Contact</a:t>
            </a:r>
            <a:r>
              <a:rPr sz="2900" spc="-90" dirty="0">
                <a:solidFill>
                  <a:srgbClr val="16515F"/>
                </a:solidFill>
                <a:latin typeface="Ebrima"/>
                <a:cs typeface="Ebrima"/>
              </a:rPr>
              <a:t> </a:t>
            </a:r>
            <a:r>
              <a:rPr sz="2900" spc="-10" dirty="0">
                <a:solidFill>
                  <a:srgbClr val="16515F"/>
                </a:solidFill>
                <a:latin typeface="Ebrima"/>
                <a:cs typeface="Ebrima"/>
              </a:rPr>
              <a:t>Information</a:t>
            </a:r>
            <a:endParaRPr sz="2900">
              <a:latin typeface="Ebrima"/>
              <a:cs typeface="Ebrim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98779" y="1301241"/>
            <a:ext cx="4157345" cy="2586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10" dirty="0">
                <a:latin typeface="Ebrima"/>
                <a:cs typeface="Ebrima"/>
              </a:rPr>
              <a:t>&lt;address&gt;</a:t>
            </a:r>
            <a:endParaRPr sz="2400">
              <a:latin typeface="Ebrima"/>
              <a:cs typeface="Ebrima"/>
            </a:endParaRPr>
          </a:p>
          <a:p>
            <a:pPr marL="607060" marR="5080">
              <a:lnSpc>
                <a:spcPct val="100000"/>
              </a:lnSpc>
            </a:pPr>
            <a:r>
              <a:rPr sz="2400" dirty="0">
                <a:latin typeface="Ebrima"/>
                <a:cs typeface="Ebrima"/>
              </a:rPr>
              <a:t>Written</a:t>
            </a:r>
            <a:r>
              <a:rPr sz="2400" spc="-55" dirty="0">
                <a:latin typeface="Ebrima"/>
                <a:cs typeface="Ebrima"/>
              </a:rPr>
              <a:t> </a:t>
            </a:r>
            <a:r>
              <a:rPr sz="2400" dirty="0">
                <a:latin typeface="Ebrima"/>
                <a:cs typeface="Ebrima"/>
              </a:rPr>
              <a:t>by</a:t>
            </a:r>
            <a:r>
              <a:rPr sz="2400" spc="-40" dirty="0">
                <a:latin typeface="Ebrima"/>
                <a:cs typeface="Ebrima"/>
              </a:rPr>
              <a:t> </a:t>
            </a:r>
            <a:r>
              <a:rPr sz="2400" dirty="0">
                <a:latin typeface="Ebrima"/>
                <a:cs typeface="Ebrima"/>
              </a:rPr>
              <a:t>John</a:t>
            </a:r>
            <a:r>
              <a:rPr sz="2400" spc="-35" dirty="0">
                <a:latin typeface="Ebrima"/>
                <a:cs typeface="Ebrima"/>
              </a:rPr>
              <a:t> </a:t>
            </a:r>
            <a:r>
              <a:rPr sz="2400" spc="-10" dirty="0">
                <a:latin typeface="Ebrima"/>
                <a:cs typeface="Ebrima"/>
              </a:rPr>
              <a:t>Doe.&lt;br&gt; </a:t>
            </a:r>
            <a:r>
              <a:rPr sz="2400" dirty="0">
                <a:latin typeface="Ebrima"/>
                <a:cs typeface="Ebrima"/>
              </a:rPr>
              <a:t>Visit</a:t>
            </a:r>
            <a:r>
              <a:rPr sz="2400" spc="-5" dirty="0">
                <a:latin typeface="Ebrima"/>
                <a:cs typeface="Ebrima"/>
              </a:rPr>
              <a:t> </a:t>
            </a:r>
            <a:r>
              <a:rPr sz="2400" dirty="0">
                <a:latin typeface="Ebrima"/>
                <a:cs typeface="Ebrima"/>
              </a:rPr>
              <a:t>us</a:t>
            </a:r>
            <a:r>
              <a:rPr sz="2400" spc="5" dirty="0">
                <a:latin typeface="Ebrima"/>
                <a:cs typeface="Ebrima"/>
              </a:rPr>
              <a:t> </a:t>
            </a:r>
            <a:r>
              <a:rPr sz="2400" spc="-10" dirty="0">
                <a:latin typeface="Ebrima"/>
                <a:cs typeface="Ebrima"/>
              </a:rPr>
              <a:t>at:&lt;br&gt; Example.com&lt;br&gt;</a:t>
            </a:r>
            <a:endParaRPr sz="2400">
              <a:latin typeface="Ebrima"/>
              <a:cs typeface="Ebrima"/>
            </a:endParaRPr>
          </a:p>
          <a:p>
            <a:pPr marL="607060" marR="138430">
              <a:lnSpc>
                <a:spcPct val="100000"/>
              </a:lnSpc>
            </a:pPr>
            <a:r>
              <a:rPr sz="2400" dirty="0">
                <a:latin typeface="Ebrima"/>
                <a:cs typeface="Ebrima"/>
              </a:rPr>
              <a:t>Box</a:t>
            </a:r>
            <a:r>
              <a:rPr sz="2400" spc="-45" dirty="0">
                <a:latin typeface="Ebrima"/>
                <a:cs typeface="Ebrima"/>
              </a:rPr>
              <a:t> </a:t>
            </a:r>
            <a:r>
              <a:rPr sz="2400" dirty="0">
                <a:latin typeface="Ebrima"/>
                <a:cs typeface="Ebrima"/>
              </a:rPr>
              <a:t>564,</a:t>
            </a:r>
            <a:r>
              <a:rPr sz="2400" spc="-30" dirty="0">
                <a:latin typeface="Ebrima"/>
                <a:cs typeface="Ebrima"/>
              </a:rPr>
              <a:t> </a:t>
            </a:r>
            <a:r>
              <a:rPr sz="2400" spc="-10" dirty="0">
                <a:latin typeface="Ebrima"/>
                <a:cs typeface="Ebrima"/>
              </a:rPr>
              <a:t>Disneyland&lt;br&gt; </a:t>
            </a:r>
            <a:r>
              <a:rPr sz="2400" spc="-25" dirty="0">
                <a:latin typeface="Ebrima"/>
                <a:cs typeface="Ebrima"/>
              </a:rPr>
              <a:t>USA</a:t>
            </a:r>
            <a:endParaRPr sz="2400">
              <a:latin typeface="Ebrima"/>
              <a:cs typeface="Ebrima"/>
            </a:endParaRPr>
          </a:p>
          <a:p>
            <a:pPr marL="12700">
              <a:lnSpc>
                <a:spcPct val="100000"/>
              </a:lnSpc>
            </a:pPr>
            <a:r>
              <a:rPr sz="2400" spc="-10" dirty="0">
                <a:latin typeface="Ebrima"/>
                <a:cs typeface="Ebrima"/>
              </a:rPr>
              <a:t>&lt;/address&gt;</a:t>
            </a:r>
            <a:endParaRPr sz="2400">
              <a:latin typeface="Ebrima"/>
              <a:cs typeface="Ebrima"/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690495">
              <a:lnSpc>
                <a:spcPct val="100000"/>
              </a:lnSpc>
              <a:spcBef>
                <a:spcPts val="100"/>
              </a:spcBef>
            </a:pPr>
            <a:r>
              <a:rPr spc="-310" dirty="0"/>
              <a:t>Attribute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8739" y="1207719"/>
            <a:ext cx="8809355" cy="2220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32740" marR="5080" indent="-320040">
              <a:lnSpc>
                <a:spcPct val="150000"/>
              </a:lnSpc>
              <a:spcBef>
                <a:spcPts val="100"/>
              </a:spcBef>
            </a:pPr>
            <a:r>
              <a:rPr sz="3200" dirty="0">
                <a:latin typeface="Arial MT"/>
                <a:cs typeface="Arial MT"/>
              </a:rPr>
              <a:t>Attributes</a:t>
            </a:r>
            <a:r>
              <a:rPr sz="3200" spc="-55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provide</a:t>
            </a:r>
            <a:r>
              <a:rPr sz="3200" spc="-55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additional</a:t>
            </a:r>
            <a:r>
              <a:rPr sz="3200" spc="-55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information</a:t>
            </a:r>
            <a:r>
              <a:rPr sz="3200" spc="-70" dirty="0">
                <a:latin typeface="Arial MT"/>
                <a:cs typeface="Arial MT"/>
              </a:rPr>
              <a:t> </a:t>
            </a:r>
            <a:r>
              <a:rPr sz="3200" spc="-10" dirty="0">
                <a:latin typeface="Arial MT"/>
                <a:cs typeface="Arial MT"/>
              </a:rPr>
              <a:t>about </a:t>
            </a:r>
            <a:r>
              <a:rPr sz="3200" dirty="0">
                <a:latin typeface="Arial MT"/>
                <a:cs typeface="Arial MT"/>
              </a:rPr>
              <a:t>HTML</a:t>
            </a:r>
            <a:r>
              <a:rPr sz="3200" spc="-130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elements..</a:t>
            </a:r>
            <a:r>
              <a:rPr sz="3200" spc="-25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In</a:t>
            </a:r>
            <a:r>
              <a:rPr sz="3200" spc="-20" dirty="0">
                <a:latin typeface="Arial MT"/>
                <a:cs typeface="Arial MT"/>
              </a:rPr>
              <a:t> </a:t>
            </a:r>
            <a:r>
              <a:rPr sz="3200" b="1" dirty="0">
                <a:latin typeface="Arial"/>
                <a:cs typeface="Arial"/>
              </a:rPr>
              <a:t>HTML</a:t>
            </a:r>
            <a:r>
              <a:rPr sz="3200" b="1" spc="-25" dirty="0">
                <a:latin typeface="Arial"/>
                <a:cs typeface="Arial"/>
              </a:rPr>
              <a:t> </a:t>
            </a:r>
            <a:r>
              <a:rPr sz="3200" dirty="0">
                <a:latin typeface="Arial MT"/>
                <a:cs typeface="Arial MT"/>
              </a:rPr>
              <a:t>syntax,</a:t>
            </a:r>
            <a:r>
              <a:rPr sz="3200" spc="-20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an</a:t>
            </a:r>
            <a:r>
              <a:rPr sz="3200" spc="-25" dirty="0">
                <a:latin typeface="Arial MT"/>
                <a:cs typeface="Arial MT"/>
              </a:rPr>
              <a:t> </a:t>
            </a:r>
            <a:r>
              <a:rPr sz="3200" b="1" spc="-10" dirty="0">
                <a:latin typeface="Arial"/>
                <a:cs typeface="Arial"/>
              </a:rPr>
              <a:t>attribute </a:t>
            </a:r>
            <a:r>
              <a:rPr sz="3200" dirty="0">
                <a:latin typeface="Arial MT"/>
                <a:cs typeface="Arial MT"/>
              </a:rPr>
              <a:t>is</a:t>
            </a:r>
            <a:r>
              <a:rPr sz="3200" spc="-10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added</a:t>
            </a:r>
            <a:r>
              <a:rPr sz="3200" spc="-25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to</a:t>
            </a:r>
            <a:r>
              <a:rPr sz="3200" spc="-25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an</a:t>
            </a:r>
            <a:r>
              <a:rPr sz="3200" spc="-20" dirty="0">
                <a:latin typeface="Arial MT"/>
                <a:cs typeface="Arial MT"/>
              </a:rPr>
              <a:t> </a:t>
            </a:r>
            <a:r>
              <a:rPr sz="3200" b="1" dirty="0">
                <a:latin typeface="Arial"/>
                <a:cs typeface="Arial"/>
              </a:rPr>
              <a:t>HTML</a:t>
            </a:r>
            <a:r>
              <a:rPr sz="3200" b="1" spc="-20" dirty="0">
                <a:latin typeface="Arial"/>
                <a:cs typeface="Arial"/>
              </a:rPr>
              <a:t> </a:t>
            </a:r>
            <a:r>
              <a:rPr sz="3200" dirty="0">
                <a:latin typeface="Arial MT"/>
                <a:cs typeface="Arial MT"/>
              </a:rPr>
              <a:t>start</a:t>
            </a:r>
            <a:r>
              <a:rPr sz="3200" spc="-20" dirty="0">
                <a:latin typeface="Arial MT"/>
                <a:cs typeface="Arial MT"/>
              </a:rPr>
              <a:t> tag.</a:t>
            </a:r>
            <a:endParaRPr sz="32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531876" rIns="0" bIns="0" rtlCol="0">
            <a:spAutoFit/>
          </a:bodyPr>
          <a:lstStyle/>
          <a:p>
            <a:pPr marL="3658235">
              <a:lnSpc>
                <a:spcPct val="100000"/>
              </a:lnSpc>
              <a:spcBef>
                <a:spcPts val="100"/>
              </a:spcBef>
            </a:pPr>
            <a:r>
              <a:rPr spc="-310" dirty="0"/>
              <a:t>Attribute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95400" y="1428750"/>
            <a:ext cx="6553200" cy="3312414"/>
          </a:xfrm>
          <a:prstGeom prst="rect">
            <a:avLst/>
          </a:prstGeom>
        </p:spPr>
      </p:pic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514092" y="399034"/>
            <a:ext cx="4347210" cy="665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192020" algn="l"/>
              </a:tabLst>
            </a:pPr>
            <a:r>
              <a:rPr spc="-310" dirty="0"/>
              <a:t>Attribute</a:t>
            </a:r>
            <a:r>
              <a:rPr dirty="0"/>
              <a:t>	</a:t>
            </a:r>
            <a:r>
              <a:rPr spc="-320" dirty="0"/>
              <a:t>Condition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40739" y="1591563"/>
            <a:ext cx="7553959" cy="19710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526415" indent="-513715">
              <a:lnSpc>
                <a:spcPct val="100000"/>
              </a:lnSpc>
              <a:spcBef>
                <a:spcPts val="95"/>
              </a:spcBef>
              <a:buClr>
                <a:srgbClr val="DA1F28"/>
              </a:buClr>
              <a:buSzPct val="60344"/>
              <a:buFont typeface="Wingdings"/>
              <a:buChar char=""/>
              <a:tabLst>
                <a:tab pos="526415" algn="l"/>
              </a:tabLst>
            </a:pPr>
            <a:r>
              <a:rPr sz="2900" dirty="0">
                <a:latin typeface="Arial MT"/>
                <a:cs typeface="Arial MT"/>
              </a:rPr>
              <a:t>Attribute</a:t>
            </a:r>
            <a:r>
              <a:rPr sz="2900" spc="-90" dirty="0">
                <a:latin typeface="Arial MT"/>
                <a:cs typeface="Arial MT"/>
              </a:rPr>
              <a:t> </a:t>
            </a:r>
            <a:r>
              <a:rPr sz="2900" dirty="0">
                <a:latin typeface="Arial MT"/>
                <a:cs typeface="Arial MT"/>
              </a:rPr>
              <a:t>name</a:t>
            </a:r>
            <a:r>
              <a:rPr sz="2900" spc="-75" dirty="0">
                <a:latin typeface="Arial MT"/>
                <a:cs typeface="Arial MT"/>
              </a:rPr>
              <a:t> </a:t>
            </a:r>
            <a:r>
              <a:rPr sz="2900" dirty="0">
                <a:latin typeface="Arial MT"/>
                <a:cs typeface="Arial MT"/>
              </a:rPr>
              <a:t>and</a:t>
            </a:r>
            <a:r>
              <a:rPr sz="2900" spc="-80" dirty="0">
                <a:latin typeface="Arial MT"/>
                <a:cs typeface="Arial MT"/>
              </a:rPr>
              <a:t> </a:t>
            </a:r>
            <a:r>
              <a:rPr sz="2900" dirty="0">
                <a:latin typeface="Arial MT"/>
                <a:cs typeface="Arial MT"/>
              </a:rPr>
              <a:t>values</a:t>
            </a:r>
            <a:r>
              <a:rPr sz="2900" spc="-75" dirty="0">
                <a:latin typeface="Arial MT"/>
                <a:cs typeface="Arial MT"/>
              </a:rPr>
              <a:t> </a:t>
            </a:r>
            <a:r>
              <a:rPr sz="2900" dirty="0">
                <a:latin typeface="Arial MT"/>
                <a:cs typeface="Arial MT"/>
              </a:rPr>
              <a:t>separated</a:t>
            </a:r>
            <a:r>
              <a:rPr sz="2900" spc="-95" dirty="0">
                <a:latin typeface="Arial MT"/>
                <a:cs typeface="Arial MT"/>
              </a:rPr>
              <a:t> </a:t>
            </a:r>
            <a:r>
              <a:rPr sz="2900" dirty="0">
                <a:latin typeface="Arial MT"/>
                <a:cs typeface="Arial MT"/>
              </a:rPr>
              <a:t>by</a:t>
            </a:r>
            <a:r>
              <a:rPr sz="2900" spc="-70" dirty="0">
                <a:latin typeface="Arial MT"/>
                <a:cs typeface="Arial MT"/>
              </a:rPr>
              <a:t> </a:t>
            </a:r>
            <a:r>
              <a:rPr sz="2900" spc="-25" dirty="0">
                <a:latin typeface="Arial MT"/>
                <a:cs typeface="Arial MT"/>
              </a:rPr>
              <a:t>an</a:t>
            </a:r>
            <a:endParaRPr sz="2900">
              <a:latin typeface="Arial MT"/>
              <a:cs typeface="Arial MT"/>
            </a:endParaRPr>
          </a:p>
          <a:p>
            <a:pPr marL="927100">
              <a:lnSpc>
                <a:spcPct val="100000"/>
              </a:lnSpc>
              <a:spcBef>
                <a:spcPts val="2440"/>
              </a:spcBef>
            </a:pPr>
            <a:r>
              <a:rPr sz="2900" b="1" dirty="0">
                <a:latin typeface="Arial"/>
                <a:cs typeface="Arial"/>
              </a:rPr>
              <a:t>Equal</a:t>
            </a:r>
            <a:r>
              <a:rPr sz="2900" b="1" spc="-20" dirty="0">
                <a:latin typeface="Arial"/>
                <a:cs typeface="Arial"/>
              </a:rPr>
              <a:t> </a:t>
            </a:r>
            <a:r>
              <a:rPr sz="2900" b="1" dirty="0">
                <a:latin typeface="Arial"/>
                <a:cs typeface="Arial"/>
              </a:rPr>
              <a:t>[</a:t>
            </a:r>
            <a:r>
              <a:rPr sz="2900" b="1" spc="-20" dirty="0">
                <a:latin typeface="Arial"/>
                <a:cs typeface="Arial"/>
              </a:rPr>
              <a:t> </a:t>
            </a:r>
            <a:r>
              <a:rPr sz="2900" b="1" dirty="0">
                <a:latin typeface="Arial"/>
                <a:cs typeface="Arial"/>
              </a:rPr>
              <a:t>=</a:t>
            </a:r>
            <a:r>
              <a:rPr sz="2900" b="1" spc="-40" dirty="0">
                <a:latin typeface="Arial"/>
                <a:cs typeface="Arial"/>
              </a:rPr>
              <a:t> </a:t>
            </a:r>
            <a:r>
              <a:rPr sz="2900" b="1" dirty="0">
                <a:latin typeface="Arial"/>
                <a:cs typeface="Arial"/>
              </a:rPr>
              <a:t>]</a:t>
            </a:r>
            <a:r>
              <a:rPr sz="2900" b="1" spc="-20" dirty="0">
                <a:latin typeface="Arial"/>
                <a:cs typeface="Arial"/>
              </a:rPr>
              <a:t> Sign</a:t>
            </a:r>
            <a:endParaRPr sz="2900">
              <a:latin typeface="Arial"/>
              <a:cs typeface="Arial"/>
            </a:endParaRPr>
          </a:p>
          <a:p>
            <a:pPr marL="332105" indent="-319405">
              <a:lnSpc>
                <a:spcPct val="100000"/>
              </a:lnSpc>
              <a:spcBef>
                <a:spcPts val="2440"/>
              </a:spcBef>
              <a:buClr>
                <a:srgbClr val="DA1F28"/>
              </a:buClr>
              <a:buSzPct val="60344"/>
              <a:buFont typeface="Wingdings"/>
              <a:buChar char=""/>
              <a:tabLst>
                <a:tab pos="332105" algn="l"/>
              </a:tabLst>
            </a:pPr>
            <a:r>
              <a:rPr sz="2900" spc="-20" dirty="0">
                <a:latin typeface="Arial MT"/>
                <a:cs typeface="Arial MT"/>
              </a:rPr>
              <a:t>Multiple</a:t>
            </a:r>
            <a:r>
              <a:rPr sz="2900" spc="-180" dirty="0">
                <a:latin typeface="Arial MT"/>
                <a:cs typeface="Arial MT"/>
              </a:rPr>
              <a:t> </a:t>
            </a:r>
            <a:r>
              <a:rPr sz="2900" dirty="0">
                <a:latin typeface="Arial MT"/>
                <a:cs typeface="Arial MT"/>
              </a:rPr>
              <a:t>Attribute</a:t>
            </a:r>
            <a:r>
              <a:rPr sz="2900" spc="-50" dirty="0">
                <a:latin typeface="Arial MT"/>
                <a:cs typeface="Arial MT"/>
              </a:rPr>
              <a:t> </a:t>
            </a:r>
            <a:r>
              <a:rPr sz="2900" dirty="0">
                <a:latin typeface="Arial MT"/>
                <a:cs typeface="Arial MT"/>
              </a:rPr>
              <a:t>separated</a:t>
            </a:r>
            <a:r>
              <a:rPr sz="2900" spc="-60" dirty="0">
                <a:latin typeface="Arial MT"/>
                <a:cs typeface="Arial MT"/>
              </a:rPr>
              <a:t> </a:t>
            </a:r>
            <a:r>
              <a:rPr sz="2900" dirty="0">
                <a:latin typeface="Arial MT"/>
                <a:cs typeface="Arial MT"/>
              </a:rPr>
              <a:t>by</a:t>
            </a:r>
            <a:r>
              <a:rPr sz="2900" spc="-40" dirty="0">
                <a:latin typeface="Arial MT"/>
                <a:cs typeface="Arial MT"/>
              </a:rPr>
              <a:t> </a:t>
            </a:r>
            <a:r>
              <a:rPr sz="2900" dirty="0">
                <a:latin typeface="Arial MT"/>
                <a:cs typeface="Arial MT"/>
              </a:rPr>
              <a:t>a</a:t>
            </a:r>
            <a:r>
              <a:rPr sz="2900" spc="-35" dirty="0">
                <a:latin typeface="Arial MT"/>
                <a:cs typeface="Arial MT"/>
              </a:rPr>
              <a:t> </a:t>
            </a:r>
            <a:r>
              <a:rPr sz="2900" b="1" spc="-10" dirty="0">
                <a:latin typeface="Arial"/>
                <a:cs typeface="Arial"/>
              </a:rPr>
              <a:t>space</a:t>
            </a:r>
            <a:endParaRPr sz="29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98575">
              <a:lnSpc>
                <a:spcPct val="100000"/>
              </a:lnSpc>
              <a:spcBef>
                <a:spcPts val="100"/>
              </a:spcBef>
            </a:pPr>
            <a:r>
              <a:rPr spc="-470" dirty="0"/>
              <a:t>HTML</a:t>
            </a:r>
            <a:r>
              <a:rPr spc="-50" dirty="0"/>
              <a:t> </a:t>
            </a:r>
            <a:r>
              <a:rPr spc="-390" dirty="0"/>
              <a:t>Comment</a:t>
            </a:r>
            <a:r>
              <a:rPr spc="-55" dirty="0"/>
              <a:t> </a:t>
            </a:r>
            <a:r>
              <a:rPr spc="-445" dirty="0"/>
              <a:t>Tags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64540" y="2272283"/>
            <a:ext cx="7748905" cy="695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400" dirty="0">
                <a:latin typeface="Arial MT"/>
                <a:cs typeface="Arial MT"/>
              </a:rPr>
              <a:t>&lt;!--</a:t>
            </a:r>
            <a:r>
              <a:rPr sz="4400" spc="-120" dirty="0">
                <a:latin typeface="Arial MT"/>
                <a:cs typeface="Arial MT"/>
              </a:rPr>
              <a:t> </a:t>
            </a:r>
            <a:r>
              <a:rPr sz="4400" dirty="0">
                <a:latin typeface="Arial MT"/>
                <a:cs typeface="Arial MT"/>
              </a:rPr>
              <a:t>Write</a:t>
            </a:r>
            <a:r>
              <a:rPr sz="4400" spc="-55" dirty="0">
                <a:latin typeface="Arial MT"/>
                <a:cs typeface="Arial MT"/>
              </a:rPr>
              <a:t> </a:t>
            </a:r>
            <a:r>
              <a:rPr sz="4400" spc="-229" dirty="0">
                <a:latin typeface="Arial MT"/>
                <a:cs typeface="Arial MT"/>
              </a:rPr>
              <a:t>your</a:t>
            </a:r>
            <a:r>
              <a:rPr sz="4400" spc="-50" dirty="0">
                <a:latin typeface="Arial MT"/>
                <a:cs typeface="Arial MT"/>
              </a:rPr>
              <a:t> </a:t>
            </a:r>
            <a:r>
              <a:rPr sz="4400" spc="-484" dirty="0">
                <a:latin typeface="Arial MT"/>
                <a:cs typeface="Arial MT"/>
              </a:rPr>
              <a:t>comments</a:t>
            </a:r>
            <a:r>
              <a:rPr sz="4400" spc="-10" dirty="0">
                <a:latin typeface="Arial MT"/>
                <a:cs typeface="Arial MT"/>
              </a:rPr>
              <a:t> </a:t>
            </a:r>
            <a:r>
              <a:rPr sz="4400" spc="-265" dirty="0">
                <a:latin typeface="Arial MT"/>
                <a:cs typeface="Arial MT"/>
              </a:rPr>
              <a:t>here</a:t>
            </a:r>
            <a:r>
              <a:rPr sz="4400" spc="-45" dirty="0">
                <a:latin typeface="Arial MT"/>
                <a:cs typeface="Arial MT"/>
              </a:rPr>
              <a:t> </a:t>
            </a:r>
            <a:r>
              <a:rPr sz="4400" spc="-10" dirty="0">
                <a:latin typeface="Arial MT"/>
                <a:cs typeface="Arial MT"/>
              </a:rPr>
              <a:t>--</a:t>
            </a:r>
            <a:r>
              <a:rPr sz="4400" spc="280" dirty="0">
                <a:latin typeface="Arial MT"/>
                <a:cs typeface="Arial MT"/>
              </a:rPr>
              <a:t>&gt;</a:t>
            </a:r>
            <a:endParaRPr sz="44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531876" rIns="0" bIns="0" rtlCol="0">
            <a:spAutoFit/>
          </a:bodyPr>
          <a:lstStyle/>
          <a:p>
            <a:pPr marL="3431540">
              <a:lnSpc>
                <a:spcPct val="100000"/>
              </a:lnSpc>
              <a:spcBef>
                <a:spcPts val="100"/>
              </a:spcBef>
            </a:pPr>
            <a:r>
              <a:rPr spc="-390" dirty="0"/>
              <a:t>Link</a:t>
            </a:r>
            <a:r>
              <a:rPr spc="-50" dirty="0"/>
              <a:t> </a:t>
            </a:r>
            <a:r>
              <a:rPr spc="360" dirty="0"/>
              <a:t>/</a:t>
            </a:r>
            <a:r>
              <a:rPr spc="-50" dirty="0"/>
              <a:t> </a:t>
            </a:r>
            <a:r>
              <a:rPr spc="-405" dirty="0"/>
              <a:t>Path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31140" y="1362944"/>
            <a:ext cx="8529955" cy="3432810"/>
          </a:xfrm>
          <a:prstGeom prst="rect">
            <a:avLst/>
          </a:prstGeom>
        </p:spPr>
        <p:txBody>
          <a:bodyPr vert="horz" wrap="square" lIns="0" tIns="571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50"/>
              </a:spcBef>
            </a:pPr>
            <a:r>
              <a:rPr sz="2900" b="1" dirty="0">
                <a:latin typeface="Arial"/>
                <a:cs typeface="Arial"/>
              </a:rPr>
              <a:t>Link</a:t>
            </a:r>
            <a:r>
              <a:rPr sz="2900" b="1" spc="-35" dirty="0">
                <a:latin typeface="Arial"/>
                <a:cs typeface="Arial"/>
              </a:rPr>
              <a:t> </a:t>
            </a:r>
            <a:r>
              <a:rPr sz="2900" b="1" dirty="0">
                <a:latin typeface="Arial"/>
                <a:cs typeface="Arial"/>
              </a:rPr>
              <a:t>/</a:t>
            </a:r>
            <a:r>
              <a:rPr sz="2900" b="1" spc="-50" dirty="0">
                <a:latin typeface="Arial"/>
                <a:cs typeface="Arial"/>
              </a:rPr>
              <a:t> </a:t>
            </a:r>
            <a:r>
              <a:rPr sz="2900" b="1" dirty="0">
                <a:latin typeface="Arial"/>
                <a:cs typeface="Arial"/>
              </a:rPr>
              <a:t>Path</a:t>
            </a:r>
            <a:r>
              <a:rPr sz="2900" b="1" spc="-35" dirty="0">
                <a:latin typeface="Arial"/>
                <a:cs typeface="Arial"/>
              </a:rPr>
              <a:t> </a:t>
            </a:r>
            <a:r>
              <a:rPr sz="2900" b="1" dirty="0">
                <a:latin typeface="Arial"/>
                <a:cs typeface="Arial"/>
              </a:rPr>
              <a:t>2</a:t>
            </a:r>
            <a:r>
              <a:rPr sz="2900" b="1" spc="-35" dirty="0">
                <a:latin typeface="Arial"/>
                <a:cs typeface="Arial"/>
              </a:rPr>
              <a:t> </a:t>
            </a:r>
            <a:r>
              <a:rPr sz="2900" b="1" spc="-10" dirty="0">
                <a:latin typeface="Arial"/>
                <a:cs typeface="Arial"/>
              </a:rPr>
              <a:t>Types:</a:t>
            </a:r>
            <a:endParaRPr sz="2900">
              <a:latin typeface="Arial"/>
              <a:cs typeface="Arial"/>
            </a:endParaRPr>
          </a:p>
          <a:p>
            <a:pPr marL="526415" indent="-513715">
              <a:lnSpc>
                <a:spcPct val="100000"/>
              </a:lnSpc>
              <a:spcBef>
                <a:spcPts val="355"/>
              </a:spcBef>
              <a:buClr>
                <a:srgbClr val="DA1F28"/>
              </a:buClr>
              <a:buSzPct val="60344"/>
              <a:buFont typeface="Wingdings"/>
              <a:buChar char=""/>
              <a:tabLst>
                <a:tab pos="526415" algn="l"/>
              </a:tabLst>
            </a:pPr>
            <a:r>
              <a:rPr sz="2900" b="1" dirty="0">
                <a:latin typeface="Arial"/>
                <a:cs typeface="Arial"/>
              </a:rPr>
              <a:t>Absolute</a:t>
            </a:r>
            <a:r>
              <a:rPr sz="2900" b="1" spc="-125" dirty="0">
                <a:latin typeface="Arial"/>
                <a:cs typeface="Arial"/>
              </a:rPr>
              <a:t> </a:t>
            </a:r>
            <a:r>
              <a:rPr sz="2900" spc="-10" dirty="0">
                <a:latin typeface="Arial MT"/>
                <a:cs typeface="Arial MT"/>
              </a:rPr>
              <a:t>Path/Link</a:t>
            </a:r>
            <a:endParaRPr sz="2900">
              <a:latin typeface="Arial MT"/>
              <a:cs typeface="Arial MT"/>
            </a:endParaRPr>
          </a:p>
          <a:p>
            <a:pPr marL="927100">
              <a:lnSpc>
                <a:spcPct val="100000"/>
              </a:lnSpc>
              <a:spcBef>
                <a:spcPts val="350"/>
              </a:spcBef>
            </a:pPr>
            <a:r>
              <a:rPr sz="2900" dirty="0">
                <a:latin typeface="Arial MT"/>
                <a:cs typeface="Arial MT"/>
              </a:rPr>
              <a:t>Absolute</a:t>
            </a:r>
            <a:r>
              <a:rPr sz="2900" spc="-70" dirty="0">
                <a:latin typeface="Arial MT"/>
                <a:cs typeface="Arial MT"/>
              </a:rPr>
              <a:t> </a:t>
            </a:r>
            <a:r>
              <a:rPr sz="2900" dirty="0">
                <a:latin typeface="Arial MT"/>
                <a:cs typeface="Arial MT"/>
              </a:rPr>
              <a:t>Path</a:t>
            </a:r>
            <a:r>
              <a:rPr sz="2900" spc="-70" dirty="0">
                <a:latin typeface="Arial MT"/>
                <a:cs typeface="Arial MT"/>
              </a:rPr>
              <a:t> </a:t>
            </a:r>
            <a:r>
              <a:rPr sz="2900" dirty="0">
                <a:latin typeface="Arial MT"/>
                <a:cs typeface="Arial MT"/>
              </a:rPr>
              <a:t>:</a:t>
            </a:r>
            <a:r>
              <a:rPr sz="2900" spc="-75" dirty="0">
                <a:latin typeface="Arial MT"/>
                <a:cs typeface="Arial MT"/>
              </a:rPr>
              <a:t> </a:t>
            </a:r>
            <a:r>
              <a:rPr sz="2000" b="1" spc="-10" dirty="0">
                <a:latin typeface="Arial"/>
                <a:cs typeface="Arial"/>
              </a:rPr>
              <a:t>D:/BASIS/BITM/banner.jpg</a:t>
            </a:r>
            <a:endParaRPr sz="2000">
              <a:latin typeface="Arial"/>
              <a:cs typeface="Arial"/>
            </a:endParaRPr>
          </a:p>
          <a:p>
            <a:pPr marL="927100">
              <a:lnSpc>
                <a:spcPct val="100000"/>
              </a:lnSpc>
              <a:spcBef>
                <a:spcPts val="355"/>
              </a:spcBef>
            </a:pPr>
            <a:r>
              <a:rPr sz="2900" dirty="0">
                <a:latin typeface="Arial MT"/>
                <a:cs typeface="Arial MT"/>
              </a:rPr>
              <a:t>Absolute</a:t>
            </a:r>
            <a:r>
              <a:rPr sz="2900" spc="-65" dirty="0">
                <a:latin typeface="Arial MT"/>
                <a:cs typeface="Arial MT"/>
              </a:rPr>
              <a:t> </a:t>
            </a:r>
            <a:r>
              <a:rPr sz="2900" dirty="0">
                <a:latin typeface="Arial MT"/>
                <a:cs typeface="Arial MT"/>
              </a:rPr>
              <a:t>Link</a:t>
            </a:r>
            <a:r>
              <a:rPr sz="2900" spc="-55" dirty="0">
                <a:latin typeface="Arial MT"/>
                <a:cs typeface="Arial MT"/>
              </a:rPr>
              <a:t> </a:t>
            </a:r>
            <a:r>
              <a:rPr sz="2900" dirty="0">
                <a:latin typeface="Arial MT"/>
                <a:cs typeface="Arial MT"/>
              </a:rPr>
              <a:t>:</a:t>
            </a:r>
            <a:r>
              <a:rPr sz="2900" spc="-60" dirty="0">
                <a:latin typeface="Arial MT"/>
                <a:cs typeface="Arial MT"/>
              </a:rPr>
              <a:t> </a:t>
            </a:r>
            <a:r>
              <a:rPr sz="2000" b="1" spc="-10" dirty="0">
                <a:latin typeface="Arial"/>
                <a:cs typeface="Arial"/>
                <a:hlinkClick r:id="rId2"/>
              </a:rPr>
              <a:t>http://bitm.org.bd/uploads/1416831456.jpg</a:t>
            </a:r>
            <a:endParaRPr sz="2000">
              <a:latin typeface="Arial"/>
              <a:cs typeface="Arial"/>
            </a:endParaRPr>
          </a:p>
          <a:p>
            <a:pPr marL="526415" indent="-513715">
              <a:lnSpc>
                <a:spcPct val="100000"/>
              </a:lnSpc>
              <a:spcBef>
                <a:spcPts val="355"/>
              </a:spcBef>
              <a:buClr>
                <a:srgbClr val="DA1F28"/>
              </a:buClr>
              <a:buSzPct val="60344"/>
              <a:buFont typeface="Wingdings"/>
              <a:buChar char=""/>
              <a:tabLst>
                <a:tab pos="526415" algn="l"/>
              </a:tabLst>
            </a:pPr>
            <a:r>
              <a:rPr sz="2900" b="1" dirty="0">
                <a:latin typeface="Arial"/>
                <a:cs typeface="Arial"/>
              </a:rPr>
              <a:t>Related</a:t>
            </a:r>
            <a:r>
              <a:rPr sz="2900" b="1" spc="-105" dirty="0">
                <a:latin typeface="Arial"/>
                <a:cs typeface="Arial"/>
              </a:rPr>
              <a:t> </a:t>
            </a:r>
            <a:r>
              <a:rPr sz="2900" spc="-10" dirty="0">
                <a:latin typeface="Arial MT"/>
                <a:cs typeface="Arial MT"/>
              </a:rPr>
              <a:t>Path/Link</a:t>
            </a:r>
            <a:endParaRPr sz="2900">
              <a:latin typeface="Arial MT"/>
              <a:cs typeface="Arial MT"/>
            </a:endParaRPr>
          </a:p>
          <a:p>
            <a:pPr marL="927100">
              <a:lnSpc>
                <a:spcPct val="100000"/>
              </a:lnSpc>
              <a:spcBef>
                <a:spcPts val="345"/>
              </a:spcBef>
            </a:pPr>
            <a:r>
              <a:rPr sz="2900" dirty="0">
                <a:latin typeface="Arial MT"/>
                <a:cs typeface="Arial MT"/>
              </a:rPr>
              <a:t>Related</a:t>
            </a:r>
            <a:r>
              <a:rPr sz="2900" spc="-50" dirty="0">
                <a:latin typeface="Arial MT"/>
                <a:cs typeface="Arial MT"/>
              </a:rPr>
              <a:t> </a:t>
            </a:r>
            <a:r>
              <a:rPr sz="2900" dirty="0">
                <a:latin typeface="Arial MT"/>
                <a:cs typeface="Arial MT"/>
              </a:rPr>
              <a:t>Path</a:t>
            </a:r>
            <a:r>
              <a:rPr sz="2900" spc="-60" dirty="0">
                <a:latin typeface="Arial MT"/>
                <a:cs typeface="Arial MT"/>
              </a:rPr>
              <a:t> </a:t>
            </a:r>
            <a:r>
              <a:rPr sz="2900" dirty="0">
                <a:latin typeface="Arial MT"/>
                <a:cs typeface="Arial MT"/>
              </a:rPr>
              <a:t>:</a:t>
            </a:r>
            <a:r>
              <a:rPr sz="2900" spc="-55" dirty="0">
                <a:latin typeface="Arial MT"/>
                <a:cs typeface="Arial MT"/>
              </a:rPr>
              <a:t> </a:t>
            </a:r>
            <a:r>
              <a:rPr sz="2900" b="1" spc="-10" dirty="0">
                <a:latin typeface="Arial"/>
                <a:cs typeface="Arial"/>
              </a:rPr>
              <a:t>../bitm/banner.jpg</a:t>
            </a:r>
            <a:endParaRPr sz="2900">
              <a:latin typeface="Arial"/>
              <a:cs typeface="Arial"/>
            </a:endParaRPr>
          </a:p>
          <a:p>
            <a:pPr marL="927100">
              <a:lnSpc>
                <a:spcPct val="100000"/>
              </a:lnSpc>
              <a:spcBef>
                <a:spcPts val="355"/>
              </a:spcBef>
            </a:pPr>
            <a:r>
              <a:rPr sz="2900" dirty="0">
                <a:latin typeface="Arial MT"/>
                <a:cs typeface="Arial MT"/>
              </a:rPr>
              <a:t>Related</a:t>
            </a:r>
            <a:r>
              <a:rPr sz="2900" spc="-60" dirty="0">
                <a:latin typeface="Arial MT"/>
                <a:cs typeface="Arial MT"/>
              </a:rPr>
              <a:t> </a:t>
            </a:r>
            <a:r>
              <a:rPr sz="2900" dirty="0">
                <a:latin typeface="Arial MT"/>
                <a:cs typeface="Arial MT"/>
              </a:rPr>
              <a:t>Link</a:t>
            </a:r>
            <a:r>
              <a:rPr sz="2900" spc="-60" dirty="0">
                <a:latin typeface="Arial MT"/>
                <a:cs typeface="Arial MT"/>
              </a:rPr>
              <a:t> </a:t>
            </a:r>
            <a:r>
              <a:rPr sz="2900" dirty="0">
                <a:latin typeface="Arial MT"/>
                <a:cs typeface="Arial MT"/>
              </a:rPr>
              <a:t>:</a:t>
            </a:r>
            <a:r>
              <a:rPr sz="2900" spc="-60" dirty="0">
                <a:latin typeface="Arial MT"/>
                <a:cs typeface="Arial MT"/>
              </a:rPr>
              <a:t> </a:t>
            </a:r>
            <a:r>
              <a:rPr sz="2900" spc="-10" dirty="0">
                <a:latin typeface="Arial MT"/>
                <a:cs typeface="Arial MT"/>
              </a:rPr>
              <a:t>XXXXXXXXXXXXX</a:t>
            </a:r>
            <a:endParaRPr sz="29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531876" rIns="0" bIns="0" rtlCol="0">
            <a:spAutoFit/>
          </a:bodyPr>
          <a:lstStyle/>
          <a:p>
            <a:pPr marL="3947160">
              <a:lnSpc>
                <a:spcPct val="100000"/>
              </a:lnSpc>
              <a:spcBef>
                <a:spcPts val="100"/>
              </a:spcBef>
            </a:pPr>
            <a:r>
              <a:rPr dirty="0"/>
              <a:t>A</a:t>
            </a:r>
            <a:r>
              <a:rPr spc="-204" dirty="0"/>
              <a:t> </a:t>
            </a:r>
            <a:r>
              <a:rPr spc="-400" dirty="0"/>
              <a:t>Tag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57200" y="1581150"/>
            <a:ext cx="8305800" cy="2971800"/>
          </a:xfrm>
          <a:prstGeom prst="rect">
            <a:avLst/>
          </a:prstGeom>
        </p:spPr>
      </p:pic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531876" rIns="0" bIns="0" rtlCol="0">
            <a:spAutoFit/>
          </a:bodyPr>
          <a:lstStyle/>
          <a:p>
            <a:pPr marL="3947160">
              <a:lnSpc>
                <a:spcPct val="100000"/>
              </a:lnSpc>
              <a:spcBef>
                <a:spcPts val="100"/>
              </a:spcBef>
            </a:pPr>
            <a:r>
              <a:rPr dirty="0"/>
              <a:t>A</a:t>
            </a:r>
            <a:r>
              <a:rPr spc="-204" dirty="0"/>
              <a:t> </a:t>
            </a:r>
            <a:r>
              <a:rPr spc="-400" dirty="0"/>
              <a:t>Tag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09600" y="1428750"/>
            <a:ext cx="7744206" cy="2976372"/>
          </a:xfrm>
          <a:prstGeom prst="rect">
            <a:avLst/>
          </a:prstGeom>
        </p:spPr>
      </p:pic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531876" rIns="0" bIns="0" rtlCol="0">
            <a:spAutoFit/>
          </a:bodyPr>
          <a:lstStyle/>
          <a:p>
            <a:pPr marL="3912235">
              <a:lnSpc>
                <a:spcPct val="100000"/>
              </a:lnSpc>
              <a:spcBef>
                <a:spcPts val="100"/>
              </a:spcBef>
            </a:pPr>
            <a:r>
              <a:rPr spc="-275" dirty="0"/>
              <a:t>Image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38200" y="1352550"/>
            <a:ext cx="7181850" cy="3346704"/>
          </a:xfrm>
          <a:prstGeom prst="rect">
            <a:avLst/>
          </a:prstGeom>
        </p:spPr>
      </p:pic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531876" rIns="0" bIns="0" rtlCol="0">
            <a:spAutoFit/>
          </a:bodyPr>
          <a:lstStyle/>
          <a:p>
            <a:pPr marL="4008754">
              <a:lnSpc>
                <a:spcPct val="100000"/>
              </a:lnSpc>
              <a:spcBef>
                <a:spcPts val="100"/>
              </a:spcBef>
            </a:pPr>
            <a:r>
              <a:rPr spc="-335" dirty="0"/>
              <a:t>Table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057400" y="1352548"/>
            <a:ext cx="4648200" cy="3769614"/>
          </a:xfrm>
          <a:prstGeom prst="rect">
            <a:avLst/>
          </a:prstGeom>
        </p:spPr>
      </p:pic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531876" rIns="0" bIns="0" rtlCol="0">
            <a:spAutoFit/>
          </a:bodyPr>
          <a:lstStyle/>
          <a:p>
            <a:pPr marL="3034665">
              <a:lnSpc>
                <a:spcPct val="100000"/>
              </a:lnSpc>
              <a:spcBef>
                <a:spcPts val="100"/>
              </a:spcBef>
            </a:pPr>
            <a:r>
              <a:rPr spc="-325" dirty="0"/>
              <a:t>Table</a:t>
            </a:r>
            <a:r>
              <a:rPr spc="-65" dirty="0"/>
              <a:t> </a:t>
            </a:r>
            <a:r>
              <a:rPr spc="-365" dirty="0"/>
              <a:t>Colspan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50086" y="1352549"/>
            <a:ext cx="6169914" cy="3790950"/>
          </a:xfrm>
          <a:prstGeom prst="rect">
            <a:avLst/>
          </a:prstGeom>
        </p:spPr>
      </p:pic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531876" rIns="0" bIns="0" rtlCol="0">
            <a:spAutoFit/>
          </a:bodyPr>
          <a:lstStyle/>
          <a:p>
            <a:pPr marL="2907665">
              <a:lnSpc>
                <a:spcPct val="100000"/>
              </a:lnSpc>
              <a:spcBef>
                <a:spcPts val="100"/>
              </a:spcBef>
            </a:pPr>
            <a:r>
              <a:rPr spc="-325" dirty="0"/>
              <a:t>Table</a:t>
            </a:r>
            <a:r>
              <a:rPr spc="-65" dirty="0"/>
              <a:t> </a:t>
            </a:r>
            <a:r>
              <a:rPr spc="-375" dirty="0"/>
              <a:t>Rowspan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73886" y="1352549"/>
            <a:ext cx="6246114" cy="3790950"/>
          </a:xfrm>
          <a:prstGeom prst="rect">
            <a:avLst/>
          </a:prstGeom>
        </p:spPr>
      </p:pic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531876" rIns="0" bIns="0" rtlCol="0">
            <a:spAutoFit/>
          </a:bodyPr>
          <a:lstStyle/>
          <a:p>
            <a:pPr marL="2040889">
              <a:lnSpc>
                <a:spcPct val="100000"/>
              </a:lnSpc>
              <a:spcBef>
                <a:spcPts val="100"/>
              </a:spcBef>
            </a:pPr>
            <a:r>
              <a:rPr spc="-490" dirty="0"/>
              <a:t>Some</a:t>
            </a:r>
            <a:r>
              <a:rPr spc="-35" dirty="0"/>
              <a:t> </a:t>
            </a:r>
            <a:r>
              <a:rPr spc="-440" dirty="0"/>
              <a:t>Sequence</a:t>
            </a:r>
            <a:r>
              <a:rPr spc="-30" dirty="0"/>
              <a:t> </a:t>
            </a:r>
            <a:r>
              <a:rPr spc="-365" dirty="0"/>
              <a:t>Format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8739" y="1211630"/>
            <a:ext cx="8056880" cy="3634740"/>
          </a:xfrm>
          <a:prstGeom prst="rect">
            <a:avLst/>
          </a:prstGeom>
        </p:spPr>
        <p:txBody>
          <a:bodyPr vert="horz" wrap="square" lIns="0" tIns="100965" rIns="0" bIns="0" rtlCol="0">
            <a:spAutoFit/>
          </a:bodyPr>
          <a:lstStyle/>
          <a:p>
            <a:pPr marL="332105" indent="-319405">
              <a:lnSpc>
                <a:spcPct val="100000"/>
              </a:lnSpc>
              <a:spcBef>
                <a:spcPts val="795"/>
              </a:spcBef>
              <a:buClr>
                <a:srgbClr val="DA1F28"/>
              </a:buClr>
              <a:buSzPct val="58928"/>
              <a:buFont typeface="Wingdings"/>
              <a:buChar char=""/>
              <a:tabLst>
                <a:tab pos="332105" algn="l"/>
              </a:tabLst>
            </a:pPr>
            <a:r>
              <a:rPr sz="2800" spc="-90" dirty="0">
                <a:latin typeface="Arial MT"/>
                <a:cs typeface="Arial MT"/>
              </a:rPr>
              <a:t>Tag</a:t>
            </a:r>
            <a:r>
              <a:rPr sz="2800" spc="-75" dirty="0">
                <a:latin typeface="Arial MT"/>
                <a:cs typeface="Arial MT"/>
              </a:rPr>
              <a:t> </a:t>
            </a:r>
            <a:r>
              <a:rPr sz="2800" spc="-10" dirty="0">
                <a:latin typeface="Arial MT"/>
                <a:cs typeface="Arial MT"/>
              </a:rPr>
              <a:t>-</a:t>
            </a:r>
            <a:r>
              <a:rPr sz="2800" dirty="0">
                <a:latin typeface="Arial MT"/>
                <a:cs typeface="Arial MT"/>
              </a:rPr>
              <a:t>&gt;</a:t>
            </a:r>
            <a:r>
              <a:rPr sz="2800" spc="-8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attribute</a:t>
            </a:r>
            <a:r>
              <a:rPr sz="2800" spc="-8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=</a:t>
            </a:r>
            <a:r>
              <a:rPr sz="2800" spc="-8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“attribute</a:t>
            </a:r>
            <a:r>
              <a:rPr sz="2800" spc="-8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value</a:t>
            </a:r>
            <a:r>
              <a:rPr sz="2800" spc="-80" dirty="0">
                <a:latin typeface="Arial MT"/>
                <a:cs typeface="Arial MT"/>
              </a:rPr>
              <a:t> </a:t>
            </a:r>
            <a:r>
              <a:rPr sz="2800" spc="-50" dirty="0">
                <a:latin typeface="Arial MT"/>
                <a:cs typeface="Arial MT"/>
              </a:rPr>
              <a:t>”</a:t>
            </a:r>
            <a:endParaRPr sz="2800">
              <a:latin typeface="Arial MT"/>
              <a:cs typeface="Arial MT"/>
            </a:endParaRPr>
          </a:p>
          <a:p>
            <a:pPr marL="332105" indent="-319405">
              <a:lnSpc>
                <a:spcPct val="100000"/>
              </a:lnSpc>
              <a:spcBef>
                <a:spcPts val="695"/>
              </a:spcBef>
              <a:buClr>
                <a:srgbClr val="DA1F28"/>
              </a:buClr>
              <a:buSzPct val="58928"/>
              <a:buFont typeface="Wingdings"/>
              <a:buChar char=""/>
              <a:tabLst>
                <a:tab pos="332105" algn="l"/>
              </a:tabLst>
            </a:pPr>
            <a:r>
              <a:rPr sz="2800" spc="-90" dirty="0">
                <a:latin typeface="Arial MT"/>
                <a:cs typeface="Arial MT"/>
              </a:rPr>
              <a:t>Tag</a:t>
            </a:r>
            <a:r>
              <a:rPr sz="2800" spc="-85" dirty="0">
                <a:latin typeface="Arial MT"/>
                <a:cs typeface="Arial MT"/>
              </a:rPr>
              <a:t> </a:t>
            </a:r>
            <a:r>
              <a:rPr sz="2800" spc="-10" dirty="0">
                <a:latin typeface="Arial MT"/>
                <a:cs typeface="Arial MT"/>
              </a:rPr>
              <a:t>-</a:t>
            </a:r>
            <a:r>
              <a:rPr sz="2800" dirty="0">
                <a:latin typeface="Arial MT"/>
                <a:cs typeface="Arial MT"/>
              </a:rPr>
              <a:t>&gt;</a:t>
            </a:r>
            <a:r>
              <a:rPr sz="2800" spc="-9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attribute</a:t>
            </a:r>
            <a:r>
              <a:rPr sz="2800" spc="-90" dirty="0">
                <a:latin typeface="Arial MT"/>
                <a:cs typeface="Arial MT"/>
              </a:rPr>
              <a:t> </a:t>
            </a:r>
            <a:r>
              <a:rPr sz="2800" spc="-10" dirty="0">
                <a:latin typeface="Arial MT"/>
                <a:cs typeface="Arial MT"/>
              </a:rPr>
              <a:t>-</a:t>
            </a:r>
            <a:r>
              <a:rPr sz="2800" dirty="0">
                <a:latin typeface="Arial MT"/>
                <a:cs typeface="Arial MT"/>
              </a:rPr>
              <a:t>&gt;</a:t>
            </a:r>
            <a:r>
              <a:rPr sz="2800" spc="-9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properties</a:t>
            </a:r>
            <a:r>
              <a:rPr sz="2800" spc="-8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=“Properties</a:t>
            </a:r>
            <a:r>
              <a:rPr sz="2800" spc="-9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value</a:t>
            </a:r>
            <a:r>
              <a:rPr sz="2800" spc="-85" dirty="0">
                <a:latin typeface="Arial MT"/>
                <a:cs typeface="Arial MT"/>
              </a:rPr>
              <a:t> </a:t>
            </a:r>
            <a:r>
              <a:rPr sz="2800" spc="-50" dirty="0">
                <a:latin typeface="Arial MT"/>
                <a:cs typeface="Arial MT"/>
              </a:rPr>
              <a:t>”</a:t>
            </a:r>
            <a:endParaRPr sz="2800">
              <a:latin typeface="Arial MT"/>
              <a:cs typeface="Arial MT"/>
            </a:endParaRPr>
          </a:p>
          <a:p>
            <a:pPr marL="332105" indent="-319405">
              <a:lnSpc>
                <a:spcPct val="100000"/>
              </a:lnSpc>
              <a:spcBef>
                <a:spcPts val="705"/>
              </a:spcBef>
              <a:buClr>
                <a:srgbClr val="DA1F28"/>
              </a:buClr>
              <a:buSzPct val="58928"/>
              <a:buFont typeface="Wingdings"/>
              <a:buChar char=""/>
              <a:tabLst>
                <a:tab pos="332105" algn="l"/>
              </a:tabLst>
            </a:pPr>
            <a:r>
              <a:rPr sz="2800" spc="-55" dirty="0">
                <a:latin typeface="Arial MT"/>
                <a:cs typeface="Arial MT"/>
              </a:rPr>
              <a:t>Table</a:t>
            </a:r>
            <a:r>
              <a:rPr sz="2800" spc="-30" dirty="0">
                <a:latin typeface="Arial MT"/>
                <a:cs typeface="Arial MT"/>
              </a:rPr>
              <a:t> </a:t>
            </a:r>
            <a:r>
              <a:rPr sz="2800" spc="-10" dirty="0">
                <a:latin typeface="Arial MT"/>
                <a:cs typeface="Arial MT"/>
              </a:rPr>
              <a:t>-</a:t>
            </a:r>
            <a:r>
              <a:rPr sz="2800" dirty="0">
                <a:latin typeface="Arial MT"/>
                <a:cs typeface="Arial MT"/>
              </a:rPr>
              <a:t>&gt;</a:t>
            </a:r>
            <a:r>
              <a:rPr sz="2800" spc="-4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tr</a:t>
            </a:r>
            <a:r>
              <a:rPr sz="2800" spc="-55" dirty="0">
                <a:latin typeface="Arial MT"/>
                <a:cs typeface="Arial MT"/>
              </a:rPr>
              <a:t> </a:t>
            </a:r>
            <a:r>
              <a:rPr sz="2800" spc="-10" dirty="0">
                <a:latin typeface="Arial MT"/>
                <a:cs typeface="Arial MT"/>
              </a:rPr>
              <a:t>-</a:t>
            </a:r>
            <a:r>
              <a:rPr sz="2800" dirty="0">
                <a:latin typeface="Arial MT"/>
                <a:cs typeface="Arial MT"/>
              </a:rPr>
              <a:t>&gt;</a:t>
            </a:r>
            <a:r>
              <a:rPr sz="2800" spc="-40" dirty="0">
                <a:latin typeface="Arial MT"/>
                <a:cs typeface="Arial MT"/>
              </a:rPr>
              <a:t> </a:t>
            </a:r>
            <a:r>
              <a:rPr sz="2800" spc="-20" dirty="0">
                <a:latin typeface="Arial MT"/>
                <a:cs typeface="Arial MT"/>
              </a:rPr>
              <a:t>td/th</a:t>
            </a:r>
            <a:endParaRPr sz="2800">
              <a:latin typeface="Arial MT"/>
              <a:cs typeface="Arial MT"/>
            </a:endParaRPr>
          </a:p>
          <a:p>
            <a:pPr marL="332105" indent="-319405">
              <a:lnSpc>
                <a:spcPct val="100000"/>
              </a:lnSpc>
              <a:spcBef>
                <a:spcPts val="700"/>
              </a:spcBef>
              <a:buClr>
                <a:srgbClr val="DA1F28"/>
              </a:buClr>
              <a:buSzPct val="58928"/>
              <a:buFont typeface="Wingdings"/>
              <a:buChar char=""/>
              <a:tabLst>
                <a:tab pos="332105" algn="l"/>
              </a:tabLst>
            </a:pPr>
            <a:r>
              <a:rPr sz="2800" dirty="0">
                <a:latin typeface="Arial MT"/>
                <a:cs typeface="Arial MT"/>
              </a:rPr>
              <a:t>Tr</a:t>
            </a:r>
            <a:r>
              <a:rPr sz="2800" spc="-9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=</a:t>
            </a:r>
            <a:r>
              <a:rPr sz="2800" spc="-140" dirty="0">
                <a:latin typeface="Arial MT"/>
                <a:cs typeface="Arial MT"/>
              </a:rPr>
              <a:t> </a:t>
            </a:r>
            <a:r>
              <a:rPr sz="2800" spc="-55" dirty="0">
                <a:latin typeface="Arial MT"/>
                <a:cs typeface="Arial MT"/>
              </a:rPr>
              <a:t>Table</a:t>
            </a:r>
            <a:r>
              <a:rPr sz="2800" spc="-85" dirty="0">
                <a:latin typeface="Arial MT"/>
                <a:cs typeface="Arial MT"/>
              </a:rPr>
              <a:t> </a:t>
            </a:r>
            <a:r>
              <a:rPr sz="2800" spc="-25" dirty="0">
                <a:latin typeface="Arial MT"/>
                <a:cs typeface="Arial MT"/>
              </a:rPr>
              <a:t>Row</a:t>
            </a:r>
            <a:endParaRPr sz="2800">
              <a:latin typeface="Arial MT"/>
              <a:cs typeface="Arial MT"/>
            </a:endParaRPr>
          </a:p>
          <a:p>
            <a:pPr marL="332105" indent="-319405">
              <a:lnSpc>
                <a:spcPct val="100000"/>
              </a:lnSpc>
              <a:spcBef>
                <a:spcPts val="695"/>
              </a:spcBef>
              <a:buClr>
                <a:srgbClr val="DA1F28"/>
              </a:buClr>
              <a:buSzPct val="58928"/>
              <a:buFont typeface="Wingdings"/>
              <a:buChar char=""/>
              <a:tabLst>
                <a:tab pos="332105" algn="l"/>
              </a:tabLst>
            </a:pPr>
            <a:r>
              <a:rPr sz="2800" dirty="0">
                <a:latin typeface="Arial MT"/>
                <a:cs typeface="Arial MT"/>
              </a:rPr>
              <a:t>Td</a:t>
            </a:r>
            <a:r>
              <a:rPr sz="2800" spc="-6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=</a:t>
            </a:r>
            <a:r>
              <a:rPr sz="2800" spc="-105" dirty="0">
                <a:latin typeface="Arial MT"/>
                <a:cs typeface="Arial MT"/>
              </a:rPr>
              <a:t> </a:t>
            </a:r>
            <a:r>
              <a:rPr sz="2800" spc="-55" dirty="0">
                <a:latin typeface="Arial MT"/>
                <a:cs typeface="Arial MT"/>
              </a:rPr>
              <a:t>Table</a:t>
            </a:r>
            <a:r>
              <a:rPr sz="2800" spc="-50" dirty="0">
                <a:latin typeface="Arial MT"/>
                <a:cs typeface="Arial MT"/>
              </a:rPr>
              <a:t> </a:t>
            </a:r>
            <a:r>
              <a:rPr sz="2800" spc="-20" dirty="0">
                <a:latin typeface="Arial MT"/>
                <a:cs typeface="Arial MT"/>
              </a:rPr>
              <a:t>Data</a:t>
            </a:r>
            <a:endParaRPr sz="2800">
              <a:latin typeface="Arial MT"/>
              <a:cs typeface="Arial MT"/>
            </a:endParaRPr>
          </a:p>
          <a:p>
            <a:pPr marL="332105" indent="-319405">
              <a:lnSpc>
                <a:spcPct val="100000"/>
              </a:lnSpc>
              <a:spcBef>
                <a:spcPts val="705"/>
              </a:spcBef>
              <a:buClr>
                <a:srgbClr val="DA1F28"/>
              </a:buClr>
              <a:buSzPct val="58928"/>
              <a:buFont typeface="Wingdings"/>
              <a:buChar char=""/>
              <a:tabLst>
                <a:tab pos="332105" algn="l"/>
              </a:tabLst>
            </a:pPr>
            <a:r>
              <a:rPr sz="2800" dirty="0">
                <a:latin typeface="Arial MT"/>
                <a:cs typeface="Arial MT"/>
              </a:rPr>
              <a:t>Th</a:t>
            </a:r>
            <a:r>
              <a:rPr sz="2800" spc="-5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=</a:t>
            </a:r>
            <a:r>
              <a:rPr sz="2800" spc="-105" dirty="0">
                <a:latin typeface="Arial MT"/>
                <a:cs typeface="Arial MT"/>
              </a:rPr>
              <a:t> </a:t>
            </a:r>
            <a:r>
              <a:rPr sz="2800" spc="-55" dirty="0">
                <a:latin typeface="Arial MT"/>
                <a:cs typeface="Arial MT"/>
              </a:rPr>
              <a:t>Table</a:t>
            </a:r>
            <a:r>
              <a:rPr sz="2800" spc="-45" dirty="0">
                <a:latin typeface="Arial MT"/>
                <a:cs typeface="Arial MT"/>
              </a:rPr>
              <a:t> </a:t>
            </a:r>
            <a:r>
              <a:rPr sz="2800" spc="-20" dirty="0">
                <a:latin typeface="Arial MT"/>
                <a:cs typeface="Arial MT"/>
              </a:rPr>
              <a:t>Head</a:t>
            </a:r>
            <a:endParaRPr sz="2800">
              <a:latin typeface="Arial MT"/>
              <a:cs typeface="Arial MT"/>
            </a:endParaRPr>
          </a:p>
          <a:p>
            <a:pPr marL="332105" indent="-319405">
              <a:lnSpc>
                <a:spcPct val="100000"/>
              </a:lnSpc>
              <a:spcBef>
                <a:spcPts val="705"/>
              </a:spcBef>
              <a:buClr>
                <a:srgbClr val="DA1F28"/>
              </a:buClr>
              <a:buSzPct val="58928"/>
              <a:buFont typeface="Wingdings"/>
              <a:buChar char=""/>
              <a:tabLst>
                <a:tab pos="332105" algn="l"/>
              </a:tabLst>
            </a:pPr>
            <a:r>
              <a:rPr sz="2800" dirty="0">
                <a:latin typeface="Arial MT"/>
                <a:cs typeface="Arial MT"/>
              </a:rPr>
              <a:t>Td</a:t>
            </a:r>
            <a:r>
              <a:rPr sz="2800" spc="-3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/</a:t>
            </a:r>
            <a:r>
              <a:rPr sz="2800" spc="-3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th</a:t>
            </a:r>
            <a:r>
              <a:rPr sz="2800" spc="-3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/</a:t>
            </a:r>
            <a:r>
              <a:rPr sz="2800" spc="-4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cell</a:t>
            </a:r>
            <a:r>
              <a:rPr sz="2800" spc="-2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all</a:t>
            </a:r>
            <a:r>
              <a:rPr sz="2800" spc="-2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are</a:t>
            </a:r>
            <a:r>
              <a:rPr sz="2800" spc="-20" dirty="0">
                <a:latin typeface="Arial MT"/>
                <a:cs typeface="Arial MT"/>
              </a:rPr>
              <a:t> same</a:t>
            </a:r>
            <a:endParaRPr sz="28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531876" rIns="0" bIns="0" rtlCol="0">
            <a:spAutoFit/>
          </a:bodyPr>
          <a:lstStyle/>
          <a:p>
            <a:pPr marL="3737610">
              <a:lnSpc>
                <a:spcPct val="100000"/>
              </a:lnSpc>
              <a:spcBef>
                <a:spcPts val="100"/>
              </a:spcBef>
            </a:pPr>
            <a:r>
              <a:rPr spc="-330" dirty="0"/>
              <a:t>Favicon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220901" rIns="0" bIns="0" rtlCol="0">
            <a:spAutoFit/>
          </a:bodyPr>
          <a:lstStyle/>
          <a:p>
            <a:pPr marL="128905">
              <a:lnSpc>
                <a:spcPct val="100000"/>
              </a:lnSpc>
              <a:spcBef>
                <a:spcPts val="735"/>
              </a:spcBef>
            </a:pPr>
            <a:r>
              <a:rPr b="0" u="none" spc="-10" dirty="0">
                <a:latin typeface="Arial MT"/>
                <a:cs typeface="Arial MT"/>
              </a:rPr>
              <a:t>&lt;head&gt;</a:t>
            </a:r>
          </a:p>
          <a:p>
            <a:pPr marL="325120">
              <a:lnSpc>
                <a:spcPct val="100000"/>
              </a:lnSpc>
              <a:spcBef>
                <a:spcPts val="635"/>
              </a:spcBef>
            </a:pPr>
            <a:r>
              <a:rPr b="0" u="none" dirty="0">
                <a:latin typeface="Arial MT"/>
                <a:cs typeface="Arial MT"/>
              </a:rPr>
              <a:t>&lt;title&gt;</a:t>
            </a:r>
            <a:r>
              <a:rPr b="0" u="none" spc="-95" dirty="0">
                <a:latin typeface="Arial MT"/>
                <a:cs typeface="Arial MT"/>
              </a:rPr>
              <a:t> </a:t>
            </a:r>
            <a:r>
              <a:rPr b="0" u="none" dirty="0">
                <a:latin typeface="Arial MT"/>
                <a:cs typeface="Arial MT"/>
              </a:rPr>
              <a:t>Page</a:t>
            </a:r>
            <a:r>
              <a:rPr b="0" u="none" spc="-120" dirty="0">
                <a:latin typeface="Arial MT"/>
                <a:cs typeface="Arial MT"/>
              </a:rPr>
              <a:t> </a:t>
            </a:r>
            <a:r>
              <a:rPr b="0" u="none" spc="-10" dirty="0">
                <a:latin typeface="Arial MT"/>
                <a:cs typeface="Arial MT"/>
              </a:rPr>
              <a:t>Title&lt;/title&gt;</a:t>
            </a:r>
          </a:p>
          <a:p>
            <a:pPr marL="325755">
              <a:lnSpc>
                <a:spcPct val="100000"/>
              </a:lnSpc>
              <a:spcBef>
                <a:spcPts val="65"/>
              </a:spcBef>
            </a:pPr>
            <a:r>
              <a:rPr b="0" u="none" dirty="0">
                <a:latin typeface="Arial MT"/>
                <a:cs typeface="Arial MT"/>
              </a:rPr>
              <a:t>&lt;link</a:t>
            </a:r>
            <a:r>
              <a:rPr b="0" u="none" spc="-100" dirty="0">
                <a:latin typeface="Arial MT"/>
                <a:cs typeface="Arial MT"/>
              </a:rPr>
              <a:t> </a:t>
            </a:r>
            <a:r>
              <a:rPr b="0" u="none" dirty="0">
                <a:latin typeface="Arial MT"/>
                <a:cs typeface="Arial MT"/>
              </a:rPr>
              <a:t>rel="icon"</a:t>
            </a:r>
            <a:r>
              <a:rPr b="0" u="none" spc="-85" dirty="0">
                <a:latin typeface="Arial MT"/>
                <a:cs typeface="Arial MT"/>
              </a:rPr>
              <a:t> </a:t>
            </a:r>
            <a:r>
              <a:rPr b="0" u="none" spc="-10" dirty="0">
                <a:latin typeface="Arial MT"/>
                <a:cs typeface="Arial MT"/>
              </a:rPr>
              <a:t>href=“assets/image/favicon.ico"&gt;</a:t>
            </a:r>
          </a:p>
          <a:p>
            <a:pPr marL="128905">
              <a:lnSpc>
                <a:spcPct val="100000"/>
              </a:lnSpc>
            </a:pPr>
            <a:r>
              <a:rPr b="0" u="none" spc="-10" dirty="0">
                <a:latin typeface="Arial MT"/>
                <a:cs typeface="Arial MT"/>
              </a:rPr>
              <a:t>&lt;/head&gt;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057400" y="1504950"/>
            <a:ext cx="5105400" cy="1066800"/>
          </a:xfrm>
          <a:prstGeom prst="rect">
            <a:avLst/>
          </a:prstGeom>
        </p:spPr>
      </p:pic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531876" rIns="0" bIns="0" rtlCol="0">
            <a:spAutoFit/>
          </a:bodyPr>
          <a:lstStyle/>
          <a:p>
            <a:pPr marL="1638300">
              <a:lnSpc>
                <a:spcPct val="100000"/>
              </a:lnSpc>
              <a:spcBef>
                <a:spcPts val="100"/>
              </a:spcBef>
            </a:pPr>
            <a:r>
              <a:rPr spc="-400" dirty="0"/>
              <a:t>Practice!</a:t>
            </a:r>
            <a:r>
              <a:rPr spc="-35" dirty="0"/>
              <a:t> </a:t>
            </a:r>
            <a:r>
              <a:rPr spc="-400" dirty="0"/>
              <a:t>Practice!</a:t>
            </a:r>
            <a:r>
              <a:rPr spc="-35" dirty="0"/>
              <a:t> </a:t>
            </a:r>
            <a:r>
              <a:rPr spc="-430" dirty="0"/>
              <a:t>Practice!!!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124200" y="1504950"/>
            <a:ext cx="3246120" cy="3332226"/>
          </a:xfrm>
          <a:prstGeom prst="rect">
            <a:avLst/>
          </a:prstGeom>
        </p:spPr>
      </p:pic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57200" y="819150"/>
            <a:ext cx="8153400" cy="4324350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1905000" y="4938316"/>
            <a:ext cx="4761865" cy="20518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ts val="1575"/>
              </a:lnSpc>
            </a:pPr>
            <a:r>
              <a:rPr sz="1400" dirty="0">
                <a:solidFill>
                  <a:srgbClr val="464646"/>
                </a:solidFill>
                <a:latin typeface="Arial MT"/>
                <a:cs typeface="Arial MT"/>
              </a:rPr>
              <a:t>M</a:t>
            </a:r>
            <a:r>
              <a:rPr lang="en-US" sz="1400" dirty="0">
                <a:solidFill>
                  <a:srgbClr val="464646"/>
                </a:solidFill>
                <a:latin typeface="Arial MT"/>
                <a:cs typeface="Arial MT"/>
              </a:rPr>
              <a:t>ehedi Alam</a:t>
            </a:r>
            <a:r>
              <a:rPr sz="1400" spc="15" dirty="0">
                <a:solidFill>
                  <a:srgbClr val="464646"/>
                </a:solidFill>
                <a:latin typeface="Arial MT"/>
                <a:cs typeface="Arial MT"/>
              </a:rPr>
              <a:t> </a:t>
            </a:r>
            <a:r>
              <a:rPr lang="en-US" sz="1400" dirty="0">
                <a:solidFill>
                  <a:srgbClr val="464646"/>
                </a:solidFill>
                <a:latin typeface="Arial MT"/>
                <a:cs typeface="Arial MT"/>
              </a:rPr>
              <a:t>–</a:t>
            </a:r>
            <a:r>
              <a:rPr sz="1400" spc="-30" dirty="0">
                <a:solidFill>
                  <a:srgbClr val="464646"/>
                </a:solidFill>
                <a:latin typeface="Arial MT"/>
                <a:cs typeface="Arial MT"/>
              </a:rPr>
              <a:t> </a:t>
            </a:r>
            <a:r>
              <a:rPr lang="en-US" sz="1400" spc="-90" dirty="0">
                <a:solidFill>
                  <a:srgbClr val="0000FF"/>
                </a:solidFill>
                <a:latin typeface="Arial MT"/>
                <a:cs typeface="Arial MT"/>
              </a:rPr>
              <a:t>mehedialam806@gmail.com</a:t>
            </a:r>
            <a:r>
              <a:rPr sz="1400" dirty="0">
                <a:solidFill>
                  <a:srgbClr val="464646"/>
                </a:solidFill>
                <a:latin typeface="Arial MT"/>
                <a:cs typeface="Arial MT"/>
              </a:rPr>
              <a:t> </a:t>
            </a:r>
            <a:r>
              <a:rPr lang="en-US" sz="1400" dirty="0">
                <a:solidFill>
                  <a:srgbClr val="464646"/>
                </a:solidFill>
                <a:latin typeface="Arial MT"/>
                <a:cs typeface="Arial MT"/>
              </a:rPr>
              <a:t>- NHRDF</a:t>
            </a:r>
            <a:endParaRPr sz="1400" dirty="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47</TotalTime>
  <Words>1696</Words>
  <Application>Microsoft Office PowerPoint</Application>
  <PresentationFormat>On-screen Show (16:9)</PresentationFormat>
  <Paragraphs>276</Paragraphs>
  <Slides>65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65</vt:i4>
      </vt:variant>
    </vt:vector>
  </HeadingPairs>
  <TitlesOfParts>
    <vt:vector size="71" baseType="lpstr">
      <vt:lpstr>Arial</vt:lpstr>
      <vt:lpstr>Arial MT</vt:lpstr>
      <vt:lpstr>Ebrima</vt:lpstr>
      <vt:lpstr>Times New Roman</vt:lpstr>
      <vt:lpstr>Wingdings</vt:lpstr>
      <vt:lpstr>Office Theme</vt:lpstr>
      <vt:lpstr>Welcome to</vt:lpstr>
      <vt:lpstr>I’AM</vt:lpstr>
      <vt:lpstr>PowerPoint Presentation</vt:lpstr>
      <vt:lpstr>PowerPoint Presentation</vt:lpstr>
      <vt:lpstr>Class Plan</vt:lpstr>
      <vt:lpstr>Reference Website</vt:lpstr>
      <vt:lpstr>Essential Tools For Web Design</vt:lpstr>
      <vt:lpstr>Essential Tools For Web Design</vt:lpstr>
      <vt:lpstr>You can call to Web Design in many way</vt:lpstr>
      <vt:lpstr>Guideline for Frontend Developer</vt:lpstr>
      <vt:lpstr>Web Page</vt:lpstr>
      <vt:lpstr>Web Page</vt:lpstr>
      <vt:lpstr>Web Page</vt:lpstr>
      <vt:lpstr>Web Site</vt:lpstr>
      <vt:lpstr>Web Design</vt:lpstr>
      <vt:lpstr>Web Design</vt:lpstr>
      <vt:lpstr>Part of Web Designing</vt:lpstr>
      <vt:lpstr>Type of Web Site</vt:lpstr>
      <vt:lpstr>Static Web Site</vt:lpstr>
      <vt:lpstr>Static Web Site</vt:lpstr>
      <vt:lpstr>Dynamic Web Site</vt:lpstr>
      <vt:lpstr>Static and Dynamic Web Site</vt:lpstr>
      <vt:lpstr>HTML(Hypertext Markup Language)</vt:lpstr>
      <vt:lpstr>History Of HTML Version</vt:lpstr>
      <vt:lpstr>About HTML</vt:lpstr>
      <vt:lpstr>HTML Tag</vt:lpstr>
      <vt:lpstr>Markup Language</vt:lpstr>
      <vt:lpstr>PowerPoint Presentation</vt:lpstr>
      <vt:lpstr>PowerPoint Presentation</vt:lpstr>
      <vt:lpstr>HTML Tag</vt:lpstr>
      <vt:lpstr>How many HTML tags are there?</vt:lpstr>
      <vt:lpstr>How many HTML tags are there?</vt:lpstr>
      <vt:lpstr>HTML Element</vt:lpstr>
      <vt:lpstr>Nested Element</vt:lpstr>
      <vt:lpstr>HTML5 Structure</vt:lpstr>
      <vt:lpstr>Doctype of Others HTML</vt:lpstr>
      <vt:lpstr>HTML Extension</vt:lpstr>
      <vt:lpstr>Code Validation</vt:lpstr>
      <vt:lpstr>HTML Standard</vt:lpstr>
      <vt:lpstr>Heading Tag &lt;h1&gt; .. &lt;/h1&gt;</vt:lpstr>
      <vt:lpstr>Paragraph Tag &lt;p&gt; .. &lt;/p&gt;</vt:lpstr>
      <vt:lpstr>Example of Paragraph Tag &lt;p&gt; .. &lt;/p&gt;</vt:lpstr>
      <vt:lpstr>Formatting Tag</vt:lpstr>
      <vt:lpstr>Formatting Tag</vt:lpstr>
      <vt:lpstr>Pre - Formatting Tag</vt:lpstr>
      <vt:lpstr>HTML Quotation and Citation Elements</vt:lpstr>
      <vt:lpstr>HTML &lt;q&gt; for Short Quotations</vt:lpstr>
      <vt:lpstr>HTML &lt; blockquote&gt; for Short Quotations</vt:lpstr>
      <vt:lpstr>HTML &lt;abbr&gt; for Abbreviations</vt:lpstr>
      <vt:lpstr>HTML &lt;address&gt; for Contact Information</vt:lpstr>
      <vt:lpstr>Attribute</vt:lpstr>
      <vt:lpstr>Attribute</vt:lpstr>
      <vt:lpstr>Attribute Condition</vt:lpstr>
      <vt:lpstr>HTML Comment Tags</vt:lpstr>
      <vt:lpstr>Link / Path</vt:lpstr>
      <vt:lpstr>A Tag</vt:lpstr>
      <vt:lpstr>A Tag</vt:lpstr>
      <vt:lpstr>Image</vt:lpstr>
      <vt:lpstr>Table</vt:lpstr>
      <vt:lpstr>Table Colspan</vt:lpstr>
      <vt:lpstr>Table Rowspan</vt:lpstr>
      <vt:lpstr>Some Sequence Format</vt:lpstr>
      <vt:lpstr>Favicon</vt:lpstr>
      <vt:lpstr>Practice! Practice! Practice!!!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Welcome to</dc:title>
  <dc:creator>Web Design</dc:creator>
  <cp:lastModifiedBy>Turnago 1</cp:lastModifiedBy>
  <cp:revision>24</cp:revision>
  <dcterms:created xsi:type="dcterms:W3CDTF">2025-09-30T15:35:31Z</dcterms:created>
  <dcterms:modified xsi:type="dcterms:W3CDTF">2026-02-05T10:32:25Z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2022-10-17T00:00:00Z</vt:filetime>
  </property>
  <property fmtid="{D5CDD505-2E9C-101B-9397-08002B2CF9AE}" pid="3" name="Creator">
    <vt:lpwstr>Microsoft® PowerPoint® 2013</vt:lpwstr>
  </property>
  <property fmtid="{D5CDD505-2E9C-101B-9397-08002B2CF9AE}" pid="4" name="LastSaved">
    <vt:filetime>2025-09-30T00:00:00Z</vt:filetime>
  </property>
  <property fmtid="{D5CDD505-2E9C-101B-9397-08002B2CF9AE}" pid="5" name="Producer">
    <vt:lpwstr>Microsoft® PowerPoint® 2013</vt:lpwstr>
  </property>
</Properties>
</file>